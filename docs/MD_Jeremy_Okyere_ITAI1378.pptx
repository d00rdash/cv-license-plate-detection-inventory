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392048-7407-47ED-B821-86246ABCF550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EB13AD-2B1B-4A75-9870-6B48D90EBD2E}">
      <dgm:prSet/>
      <dgm:spPr/>
      <dgm:t>
        <a:bodyPr/>
        <a:lstStyle/>
        <a:p>
          <a:r>
            <a:rPr lang="en-US" b="1"/>
            <a:t>Real-World Issue:</a:t>
          </a:r>
          <a:br>
            <a:rPr lang="en-US"/>
          </a:br>
          <a:r>
            <a:rPr lang="en-US"/>
            <a:t>Law enforcement officers spend hours manually reviewing footage to identify vehicles linked to crimes or terror-related activities.</a:t>
          </a:r>
        </a:p>
      </dgm:t>
    </dgm:pt>
    <dgm:pt modelId="{38896A50-14FB-4D7C-9931-EF8E9C3F182A}" type="parTrans" cxnId="{9CCB53A8-9F1A-4906-BF76-C93AE22CBA3D}">
      <dgm:prSet/>
      <dgm:spPr/>
      <dgm:t>
        <a:bodyPr/>
        <a:lstStyle/>
        <a:p>
          <a:endParaRPr lang="en-US"/>
        </a:p>
      </dgm:t>
    </dgm:pt>
    <dgm:pt modelId="{AB2F6CF9-A85E-4DA4-9951-58C85C6008BA}" type="sibTrans" cxnId="{9CCB53A8-9F1A-4906-BF76-C93AE22CBA3D}">
      <dgm:prSet/>
      <dgm:spPr/>
      <dgm:t>
        <a:bodyPr/>
        <a:lstStyle/>
        <a:p>
          <a:endParaRPr lang="en-US"/>
        </a:p>
      </dgm:t>
    </dgm:pt>
    <dgm:pt modelId="{AFA584DD-52BD-4B25-ABBA-04F9EC63C710}">
      <dgm:prSet/>
      <dgm:spPr/>
      <dgm:t>
        <a:bodyPr/>
        <a:lstStyle/>
        <a:p>
          <a:r>
            <a:rPr lang="en-US" b="1"/>
            <a:t>Who Cares:</a:t>
          </a:r>
          <a:endParaRPr lang="en-US"/>
        </a:p>
      </dgm:t>
    </dgm:pt>
    <dgm:pt modelId="{6C2382B5-2181-47E7-87AB-43B826916A77}" type="parTrans" cxnId="{FE210419-7A09-4104-949E-5451FDC7C4B1}">
      <dgm:prSet/>
      <dgm:spPr/>
      <dgm:t>
        <a:bodyPr/>
        <a:lstStyle/>
        <a:p>
          <a:endParaRPr lang="en-US"/>
        </a:p>
      </dgm:t>
    </dgm:pt>
    <dgm:pt modelId="{7993CC3B-3461-4B15-A902-31F1DB1110C1}" type="sibTrans" cxnId="{FE210419-7A09-4104-949E-5451FDC7C4B1}">
      <dgm:prSet/>
      <dgm:spPr/>
      <dgm:t>
        <a:bodyPr/>
        <a:lstStyle/>
        <a:p>
          <a:endParaRPr lang="en-US"/>
        </a:p>
      </dgm:t>
    </dgm:pt>
    <dgm:pt modelId="{1700A701-E2FA-4853-8CEA-CE296B757136}">
      <dgm:prSet/>
      <dgm:spPr/>
      <dgm:t>
        <a:bodyPr/>
        <a:lstStyle/>
        <a:p>
          <a:r>
            <a:rPr lang="en-US"/>
            <a:t>Law enforcement agencies</a:t>
          </a:r>
        </a:p>
      </dgm:t>
    </dgm:pt>
    <dgm:pt modelId="{9A770370-FB63-4951-BE27-4325B30BFC32}" type="parTrans" cxnId="{169DE666-0262-480C-A7AE-85B1F14D0D32}">
      <dgm:prSet/>
      <dgm:spPr/>
      <dgm:t>
        <a:bodyPr/>
        <a:lstStyle/>
        <a:p>
          <a:endParaRPr lang="en-US"/>
        </a:p>
      </dgm:t>
    </dgm:pt>
    <dgm:pt modelId="{1FE35CA1-6611-45C3-BC12-AB0AD3093141}" type="sibTrans" cxnId="{169DE666-0262-480C-A7AE-85B1F14D0D32}">
      <dgm:prSet/>
      <dgm:spPr/>
      <dgm:t>
        <a:bodyPr/>
        <a:lstStyle/>
        <a:p>
          <a:endParaRPr lang="en-US"/>
        </a:p>
      </dgm:t>
    </dgm:pt>
    <dgm:pt modelId="{ECFF529D-8E86-4162-972E-38EC774F54C1}">
      <dgm:prSet/>
      <dgm:spPr/>
      <dgm:t>
        <a:bodyPr/>
        <a:lstStyle/>
        <a:p>
          <a:r>
            <a:rPr lang="en-US"/>
            <a:t>Security and border control organizations</a:t>
          </a:r>
        </a:p>
      </dgm:t>
    </dgm:pt>
    <dgm:pt modelId="{47137969-1C86-498B-80F7-1AC41DBA7C6E}" type="parTrans" cxnId="{67198333-7DC0-46B4-AE57-B956E3808AB1}">
      <dgm:prSet/>
      <dgm:spPr/>
      <dgm:t>
        <a:bodyPr/>
        <a:lstStyle/>
        <a:p>
          <a:endParaRPr lang="en-US"/>
        </a:p>
      </dgm:t>
    </dgm:pt>
    <dgm:pt modelId="{F4CD0029-5002-46AC-91E6-79860317B5E2}" type="sibTrans" cxnId="{67198333-7DC0-46B4-AE57-B956E3808AB1}">
      <dgm:prSet/>
      <dgm:spPr/>
      <dgm:t>
        <a:bodyPr/>
        <a:lstStyle/>
        <a:p>
          <a:endParaRPr lang="en-US"/>
        </a:p>
      </dgm:t>
    </dgm:pt>
    <dgm:pt modelId="{2B015BD3-7CE9-4ED7-9311-05907C801CDE}">
      <dgm:prSet/>
      <dgm:spPr/>
      <dgm:t>
        <a:bodyPr/>
        <a:lstStyle/>
        <a:p>
          <a:r>
            <a:rPr lang="en-US"/>
            <a:t>Smart city traffic management teams</a:t>
          </a:r>
        </a:p>
      </dgm:t>
    </dgm:pt>
    <dgm:pt modelId="{19EA03A5-AED3-40A7-AC1F-338649149293}" type="parTrans" cxnId="{A06F4745-F1DF-4A97-B4A0-CA4B4FF58F35}">
      <dgm:prSet/>
      <dgm:spPr/>
      <dgm:t>
        <a:bodyPr/>
        <a:lstStyle/>
        <a:p>
          <a:endParaRPr lang="en-US"/>
        </a:p>
      </dgm:t>
    </dgm:pt>
    <dgm:pt modelId="{F8A46479-547C-4106-820C-714134DB51CA}" type="sibTrans" cxnId="{A06F4745-F1DF-4A97-B4A0-CA4B4FF58F35}">
      <dgm:prSet/>
      <dgm:spPr/>
      <dgm:t>
        <a:bodyPr/>
        <a:lstStyle/>
        <a:p>
          <a:endParaRPr lang="en-US"/>
        </a:p>
      </dgm:t>
    </dgm:pt>
    <dgm:pt modelId="{E127EDCB-368C-49DD-B801-D33BE7EA5D94}">
      <dgm:prSet/>
      <dgm:spPr/>
      <dgm:t>
        <a:bodyPr/>
        <a:lstStyle/>
        <a:p>
          <a:r>
            <a:rPr lang="en-US" b="1"/>
            <a:t>Why It Matters:</a:t>
          </a:r>
          <a:br>
            <a:rPr lang="en-US"/>
          </a:br>
          <a:r>
            <a:rPr lang="en-US"/>
            <a:t>Faster and more reliable license-plate detection allows authorities to prevent attacks, locate suspects quickly, and strengthen public safety.</a:t>
          </a:r>
        </a:p>
      </dgm:t>
    </dgm:pt>
    <dgm:pt modelId="{4CAF1B78-4461-4671-96F0-98DDA4D41B2E}" type="parTrans" cxnId="{5BA37143-0A0A-45F3-A653-57493B7B4657}">
      <dgm:prSet/>
      <dgm:spPr/>
      <dgm:t>
        <a:bodyPr/>
        <a:lstStyle/>
        <a:p>
          <a:endParaRPr lang="en-US"/>
        </a:p>
      </dgm:t>
    </dgm:pt>
    <dgm:pt modelId="{1AFFE6C9-3D75-4743-8E81-B473A0E90D2F}" type="sibTrans" cxnId="{5BA37143-0A0A-45F3-A653-57493B7B4657}">
      <dgm:prSet/>
      <dgm:spPr/>
      <dgm:t>
        <a:bodyPr/>
        <a:lstStyle/>
        <a:p>
          <a:endParaRPr lang="en-US"/>
        </a:p>
      </dgm:t>
    </dgm:pt>
    <dgm:pt modelId="{F1B9375A-0655-BC4D-8669-E3E1969C35E3}" type="pres">
      <dgm:prSet presAssocID="{EC392048-7407-47ED-B821-86246ABCF550}" presName="Name0" presStyleCnt="0">
        <dgm:presLayoutVars>
          <dgm:dir/>
          <dgm:animLvl val="lvl"/>
          <dgm:resizeHandles val="exact"/>
        </dgm:presLayoutVars>
      </dgm:prSet>
      <dgm:spPr/>
    </dgm:pt>
    <dgm:pt modelId="{1005DD84-AB65-3C46-8FD6-17B8DDC57584}" type="pres">
      <dgm:prSet presAssocID="{E127EDCB-368C-49DD-B801-D33BE7EA5D94}" presName="boxAndChildren" presStyleCnt="0"/>
      <dgm:spPr/>
    </dgm:pt>
    <dgm:pt modelId="{60405557-F28C-2C4C-B823-50C158E86390}" type="pres">
      <dgm:prSet presAssocID="{E127EDCB-368C-49DD-B801-D33BE7EA5D94}" presName="parentTextBox" presStyleLbl="node1" presStyleIdx="0" presStyleCnt="3"/>
      <dgm:spPr/>
    </dgm:pt>
    <dgm:pt modelId="{3545C198-5206-4840-BBAF-2F39373284C7}" type="pres">
      <dgm:prSet presAssocID="{7993CC3B-3461-4B15-A902-31F1DB1110C1}" presName="sp" presStyleCnt="0"/>
      <dgm:spPr/>
    </dgm:pt>
    <dgm:pt modelId="{008B4E7A-602A-2E48-974F-E28C70EC5ABA}" type="pres">
      <dgm:prSet presAssocID="{AFA584DD-52BD-4B25-ABBA-04F9EC63C710}" presName="arrowAndChildren" presStyleCnt="0"/>
      <dgm:spPr/>
    </dgm:pt>
    <dgm:pt modelId="{7A975996-C46B-A441-8D83-1ADE5E484680}" type="pres">
      <dgm:prSet presAssocID="{AFA584DD-52BD-4B25-ABBA-04F9EC63C710}" presName="parentTextArrow" presStyleLbl="node1" presStyleIdx="0" presStyleCnt="3"/>
      <dgm:spPr/>
    </dgm:pt>
    <dgm:pt modelId="{372BCF25-81B1-3D46-ADD3-232541276AA3}" type="pres">
      <dgm:prSet presAssocID="{AFA584DD-52BD-4B25-ABBA-04F9EC63C710}" presName="arrow" presStyleLbl="node1" presStyleIdx="1" presStyleCnt="3"/>
      <dgm:spPr/>
    </dgm:pt>
    <dgm:pt modelId="{2590D859-A94D-0C4A-9C8D-68A700202A11}" type="pres">
      <dgm:prSet presAssocID="{AFA584DD-52BD-4B25-ABBA-04F9EC63C710}" presName="descendantArrow" presStyleCnt="0"/>
      <dgm:spPr/>
    </dgm:pt>
    <dgm:pt modelId="{CA372010-E422-D64C-88B8-1ECF1C329388}" type="pres">
      <dgm:prSet presAssocID="{1700A701-E2FA-4853-8CEA-CE296B757136}" presName="childTextArrow" presStyleLbl="fgAccFollowNode1" presStyleIdx="0" presStyleCnt="3">
        <dgm:presLayoutVars>
          <dgm:bulletEnabled val="1"/>
        </dgm:presLayoutVars>
      </dgm:prSet>
      <dgm:spPr/>
    </dgm:pt>
    <dgm:pt modelId="{F38764A4-7D9E-C24E-B9DC-9F57B8A7C21F}" type="pres">
      <dgm:prSet presAssocID="{ECFF529D-8E86-4162-972E-38EC774F54C1}" presName="childTextArrow" presStyleLbl="fgAccFollowNode1" presStyleIdx="1" presStyleCnt="3">
        <dgm:presLayoutVars>
          <dgm:bulletEnabled val="1"/>
        </dgm:presLayoutVars>
      </dgm:prSet>
      <dgm:spPr/>
    </dgm:pt>
    <dgm:pt modelId="{14804F33-42E3-A440-A58A-0C15F6D3CEF6}" type="pres">
      <dgm:prSet presAssocID="{2B015BD3-7CE9-4ED7-9311-05907C801CDE}" presName="childTextArrow" presStyleLbl="fgAccFollowNode1" presStyleIdx="2" presStyleCnt="3">
        <dgm:presLayoutVars>
          <dgm:bulletEnabled val="1"/>
        </dgm:presLayoutVars>
      </dgm:prSet>
      <dgm:spPr/>
    </dgm:pt>
    <dgm:pt modelId="{027FD738-ECC3-E949-A0BF-BBDE560CE7CE}" type="pres">
      <dgm:prSet presAssocID="{AB2F6CF9-A85E-4DA4-9951-58C85C6008BA}" presName="sp" presStyleCnt="0"/>
      <dgm:spPr/>
    </dgm:pt>
    <dgm:pt modelId="{36237F3A-9D89-2440-9034-AC1A67B4486E}" type="pres">
      <dgm:prSet presAssocID="{DEEB13AD-2B1B-4A75-9870-6B48D90EBD2E}" presName="arrowAndChildren" presStyleCnt="0"/>
      <dgm:spPr/>
    </dgm:pt>
    <dgm:pt modelId="{6F61FBA3-E230-F14A-81FE-299C5B5C20DA}" type="pres">
      <dgm:prSet presAssocID="{DEEB13AD-2B1B-4A75-9870-6B48D90EBD2E}" presName="parentTextArrow" presStyleLbl="node1" presStyleIdx="2" presStyleCnt="3"/>
      <dgm:spPr/>
    </dgm:pt>
  </dgm:ptLst>
  <dgm:cxnLst>
    <dgm:cxn modelId="{BBB5570C-F3AC-3048-910E-066652F8989B}" type="presOf" srcId="{AFA584DD-52BD-4B25-ABBA-04F9EC63C710}" destId="{372BCF25-81B1-3D46-ADD3-232541276AA3}" srcOrd="1" destOrd="0" presId="urn:microsoft.com/office/officeart/2005/8/layout/process4"/>
    <dgm:cxn modelId="{FE210419-7A09-4104-949E-5451FDC7C4B1}" srcId="{EC392048-7407-47ED-B821-86246ABCF550}" destId="{AFA584DD-52BD-4B25-ABBA-04F9EC63C710}" srcOrd="1" destOrd="0" parTransId="{6C2382B5-2181-47E7-87AB-43B826916A77}" sibTransId="{7993CC3B-3461-4B15-A902-31F1DB1110C1}"/>
    <dgm:cxn modelId="{1F787E1D-52CB-9845-AEF1-9B6E8587D364}" type="presOf" srcId="{AFA584DD-52BD-4B25-ABBA-04F9EC63C710}" destId="{7A975996-C46B-A441-8D83-1ADE5E484680}" srcOrd="0" destOrd="0" presId="urn:microsoft.com/office/officeart/2005/8/layout/process4"/>
    <dgm:cxn modelId="{67198333-7DC0-46B4-AE57-B956E3808AB1}" srcId="{AFA584DD-52BD-4B25-ABBA-04F9EC63C710}" destId="{ECFF529D-8E86-4162-972E-38EC774F54C1}" srcOrd="1" destOrd="0" parTransId="{47137969-1C86-498B-80F7-1AC41DBA7C6E}" sibTransId="{F4CD0029-5002-46AC-91E6-79860317B5E2}"/>
    <dgm:cxn modelId="{5BA37143-0A0A-45F3-A653-57493B7B4657}" srcId="{EC392048-7407-47ED-B821-86246ABCF550}" destId="{E127EDCB-368C-49DD-B801-D33BE7EA5D94}" srcOrd="2" destOrd="0" parTransId="{4CAF1B78-4461-4671-96F0-98DDA4D41B2E}" sibTransId="{1AFFE6C9-3D75-4743-8E81-B473A0E90D2F}"/>
    <dgm:cxn modelId="{A06F4745-F1DF-4A97-B4A0-CA4B4FF58F35}" srcId="{AFA584DD-52BD-4B25-ABBA-04F9EC63C710}" destId="{2B015BD3-7CE9-4ED7-9311-05907C801CDE}" srcOrd="2" destOrd="0" parTransId="{19EA03A5-AED3-40A7-AC1F-338649149293}" sibTransId="{F8A46479-547C-4106-820C-714134DB51CA}"/>
    <dgm:cxn modelId="{CE642946-03F5-454B-BF05-545753D3823E}" type="presOf" srcId="{ECFF529D-8E86-4162-972E-38EC774F54C1}" destId="{F38764A4-7D9E-C24E-B9DC-9F57B8A7C21F}" srcOrd="0" destOrd="0" presId="urn:microsoft.com/office/officeart/2005/8/layout/process4"/>
    <dgm:cxn modelId="{169DE666-0262-480C-A7AE-85B1F14D0D32}" srcId="{AFA584DD-52BD-4B25-ABBA-04F9EC63C710}" destId="{1700A701-E2FA-4853-8CEA-CE296B757136}" srcOrd="0" destOrd="0" parTransId="{9A770370-FB63-4951-BE27-4325B30BFC32}" sibTransId="{1FE35CA1-6611-45C3-BC12-AB0AD3093141}"/>
    <dgm:cxn modelId="{4FE8C367-1DBA-034C-BFE7-60049E5F7351}" type="presOf" srcId="{1700A701-E2FA-4853-8CEA-CE296B757136}" destId="{CA372010-E422-D64C-88B8-1ECF1C329388}" srcOrd="0" destOrd="0" presId="urn:microsoft.com/office/officeart/2005/8/layout/process4"/>
    <dgm:cxn modelId="{A52EA573-3D63-824D-8A7B-235516A19BD3}" type="presOf" srcId="{E127EDCB-368C-49DD-B801-D33BE7EA5D94}" destId="{60405557-F28C-2C4C-B823-50C158E86390}" srcOrd="0" destOrd="0" presId="urn:microsoft.com/office/officeart/2005/8/layout/process4"/>
    <dgm:cxn modelId="{9CCB53A8-9F1A-4906-BF76-C93AE22CBA3D}" srcId="{EC392048-7407-47ED-B821-86246ABCF550}" destId="{DEEB13AD-2B1B-4A75-9870-6B48D90EBD2E}" srcOrd="0" destOrd="0" parTransId="{38896A50-14FB-4D7C-9931-EF8E9C3F182A}" sibTransId="{AB2F6CF9-A85E-4DA4-9951-58C85C6008BA}"/>
    <dgm:cxn modelId="{FB9490C2-8A94-2B46-84C8-D55897438F0A}" type="presOf" srcId="{DEEB13AD-2B1B-4A75-9870-6B48D90EBD2E}" destId="{6F61FBA3-E230-F14A-81FE-299C5B5C20DA}" srcOrd="0" destOrd="0" presId="urn:microsoft.com/office/officeart/2005/8/layout/process4"/>
    <dgm:cxn modelId="{218CFED8-A58C-0143-9161-24F0FD411DED}" type="presOf" srcId="{2B015BD3-7CE9-4ED7-9311-05907C801CDE}" destId="{14804F33-42E3-A440-A58A-0C15F6D3CEF6}" srcOrd="0" destOrd="0" presId="urn:microsoft.com/office/officeart/2005/8/layout/process4"/>
    <dgm:cxn modelId="{CD6214FE-8240-9142-96E5-9F7CBBE9C41F}" type="presOf" srcId="{EC392048-7407-47ED-B821-86246ABCF550}" destId="{F1B9375A-0655-BC4D-8669-E3E1969C35E3}" srcOrd="0" destOrd="0" presId="urn:microsoft.com/office/officeart/2005/8/layout/process4"/>
    <dgm:cxn modelId="{98E91310-BAA3-1247-8D3D-3E5F25B70DAB}" type="presParOf" srcId="{F1B9375A-0655-BC4D-8669-E3E1969C35E3}" destId="{1005DD84-AB65-3C46-8FD6-17B8DDC57584}" srcOrd="0" destOrd="0" presId="urn:microsoft.com/office/officeart/2005/8/layout/process4"/>
    <dgm:cxn modelId="{21C73AB0-08F8-F24B-83BA-F937DB3503E9}" type="presParOf" srcId="{1005DD84-AB65-3C46-8FD6-17B8DDC57584}" destId="{60405557-F28C-2C4C-B823-50C158E86390}" srcOrd="0" destOrd="0" presId="urn:microsoft.com/office/officeart/2005/8/layout/process4"/>
    <dgm:cxn modelId="{694BF259-D110-194F-8E27-39D5F641999A}" type="presParOf" srcId="{F1B9375A-0655-BC4D-8669-E3E1969C35E3}" destId="{3545C198-5206-4840-BBAF-2F39373284C7}" srcOrd="1" destOrd="0" presId="urn:microsoft.com/office/officeart/2005/8/layout/process4"/>
    <dgm:cxn modelId="{75034B4F-1797-1D4C-82EE-21D173DA4E48}" type="presParOf" srcId="{F1B9375A-0655-BC4D-8669-E3E1969C35E3}" destId="{008B4E7A-602A-2E48-974F-E28C70EC5ABA}" srcOrd="2" destOrd="0" presId="urn:microsoft.com/office/officeart/2005/8/layout/process4"/>
    <dgm:cxn modelId="{36F4F5CD-E1A3-4041-9281-56BCFB461DB3}" type="presParOf" srcId="{008B4E7A-602A-2E48-974F-E28C70EC5ABA}" destId="{7A975996-C46B-A441-8D83-1ADE5E484680}" srcOrd="0" destOrd="0" presId="urn:microsoft.com/office/officeart/2005/8/layout/process4"/>
    <dgm:cxn modelId="{1E02698B-F067-A147-86D5-42F8CD8690B0}" type="presParOf" srcId="{008B4E7A-602A-2E48-974F-E28C70EC5ABA}" destId="{372BCF25-81B1-3D46-ADD3-232541276AA3}" srcOrd="1" destOrd="0" presId="urn:microsoft.com/office/officeart/2005/8/layout/process4"/>
    <dgm:cxn modelId="{1BC64F61-24D0-314B-8661-6AE2E7827070}" type="presParOf" srcId="{008B4E7A-602A-2E48-974F-E28C70EC5ABA}" destId="{2590D859-A94D-0C4A-9C8D-68A700202A11}" srcOrd="2" destOrd="0" presId="urn:microsoft.com/office/officeart/2005/8/layout/process4"/>
    <dgm:cxn modelId="{F7D918BC-93F0-0A4A-8C99-1766FFE3789E}" type="presParOf" srcId="{2590D859-A94D-0C4A-9C8D-68A700202A11}" destId="{CA372010-E422-D64C-88B8-1ECF1C329388}" srcOrd="0" destOrd="0" presId="urn:microsoft.com/office/officeart/2005/8/layout/process4"/>
    <dgm:cxn modelId="{8D627A6C-FFAF-2D41-BEE9-FAA3216D2B16}" type="presParOf" srcId="{2590D859-A94D-0C4A-9C8D-68A700202A11}" destId="{F38764A4-7D9E-C24E-B9DC-9F57B8A7C21F}" srcOrd="1" destOrd="0" presId="urn:microsoft.com/office/officeart/2005/8/layout/process4"/>
    <dgm:cxn modelId="{B348FE56-5092-5D4C-AAC5-15202F5F2264}" type="presParOf" srcId="{2590D859-A94D-0C4A-9C8D-68A700202A11}" destId="{14804F33-42E3-A440-A58A-0C15F6D3CEF6}" srcOrd="2" destOrd="0" presId="urn:microsoft.com/office/officeart/2005/8/layout/process4"/>
    <dgm:cxn modelId="{31451AB1-7ABE-5945-B653-B43D74D2C3EB}" type="presParOf" srcId="{F1B9375A-0655-BC4D-8669-E3E1969C35E3}" destId="{027FD738-ECC3-E949-A0BF-BBDE560CE7CE}" srcOrd="3" destOrd="0" presId="urn:microsoft.com/office/officeart/2005/8/layout/process4"/>
    <dgm:cxn modelId="{663B3A6D-9F79-2746-9138-E0EAE7710C34}" type="presParOf" srcId="{F1B9375A-0655-BC4D-8669-E3E1969C35E3}" destId="{36237F3A-9D89-2440-9034-AC1A67B4486E}" srcOrd="4" destOrd="0" presId="urn:microsoft.com/office/officeart/2005/8/layout/process4"/>
    <dgm:cxn modelId="{1FBD1A0A-A701-D64F-8BA9-A1164573D543}" type="presParOf" srcId="{36237F3A-9D89-2440-9034-AC1A67B4486E}" destId="{6F61FBA3-E230-F14A-81FE-299C5B5C20D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AE4AA9-D645-4FB4-B588-46A6198F8F4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57933B-C41E-4E61-B5B8-3D2034901BE1}">
      <dgm:prSet/>
      <dgm:spPr/>
      <dgm:t>
        <a:bodyPr/>
        <a:lstStyle/>
        <a:p>
          <a:r>
            <a:rPr lang="en-US" b="1"/>
            <a:t>Goal:</a:t>
          </a:r>
          <a:endParaRPr lang="en-US"/>
        </a:p>
      </dgm:t>
    </dgm:pt>
    <dgm:pt modelId="{6A673E8C-E71A-480E-AD53-E24B67624E74}" type="parTrans" cxnId="{A4F06F5F-8C08-4738-8EA2-849D1CFF5046}">
      <dgm:prSet/>
      <dgm:spPr/>
      <dgm:t>
        <a:bodyPr/>
        <a:lstStyle/>
        <a:p>
          <a:endParaRPr lang="en-US"/>
        </a:p>
      </dgm:t>
    </dgm:pt>
    <dgm:pt modelId="{1E8B445E-7C7F-408D-A756-E74F8636B670}" type="sibTrans" cxnId="{A4F06F5F-8C08-4738-8EA2-849D1CFF5046}">
      <dgm:prSet/>
      <dgm:spPr/>
      <dgm:t>
        <a:bodyPr/>
        <a:lstStyle/>
        <a:p>
          <a:endParaRPr lang="en-US"/>
        </a:p>
      </dgm:t>
    </dgm:pt>
    <dgm:pt modelId="{42161300-DC82-49D6-9A4D-D94712C9DCD3}">
      <dgm:prSet/>
      <dgm:spPr/>
      <dgm:t>
        <a:bodyPr/>
        <a:lstStyle/>
        <a:p>
          <a:r>
            <a:rPr lang="en-US"/>
            <a:t>Develop an </a:t>
          </a:r>
          <a:r>
            <a:rPr lang="en-US" b="1"/>
            <a:t>AI-based license-plate detection system</a:t>
          </a:r>
          <a:r>
            <a:rPr lang="en-US"/>
            <a:t> capable of identifying and localizing plates from images and videos.</a:t>
          </a:r>
        </a:p>
      </dgm:t>
    </dgm:pt>
    <dgm:pt modelId="{9BE382A9-768A-4F3F-9083-591ADA9D6C9B}" type="parTrans" cxnId="{27C66D4C-CDCA-40D0-A260-DDB9AEDC7BCE}">
      <dgm:prSet/>
      <dgm:spPr/>
      <dgm:t>
        <a:bodyPr/>
        <a:lstStyle/>
        <a:p>
          <a:endParaRPr lang="en-US"/>
        </a:p>
      </dgm:t>
    </dgm:pt>
    <dgm:pt modelId="{CB69A41B-65A7-4883-89DC-0AE8CD3F85FF}" type="sibTrans" cxnId="{27C66D4C-CDCA-40D0-A260-DDB9AEDC7BCE}">
      <dgm:prSet/>
      <dgm:spPr/>
      <dgm:t>
        <a:bodyPr/>
        <a:lstStyle/>
        <a:p>
          <a:endParaRPr lang="en-US"/>
        </a:p>
      </dgm:t>
    </dgm:pt>
    <dgm:pt modelId="{DE14E691-9435-4578-8205-ACB254B2E37E}">
      <dgm:prSet/>
      <dgm:spPr/>
      <dgm:t>
        <a:bodyPr/>
        <a:lstStyle/>
        <a:p>
          <a:r>
            <a:rPr lang="en-US" b="1"/>
            <a:t>How It Works:</a:t>
          </a:r>
          <a:endParaRPr lang="en-US"/>
        </a:p>
      </dgm:t>
    </dgm:pt>
    <dgm:pt modelId="{4F756610-E566-49DA-B3B5-D39FA3CB76F5}" type="parTrans" cxnId="{2BB636DC-E94D-4DF1-8341-955C54A1C6DC}">
      <dgm:prSet/>
      <dgm:spPr/>
      <dgm:t>
        <a:bodyPr/>
        <a:lstStyle/>
        <a:p>
          <a:endParaRPr lang="en-US"/>
        </a:p>
      </dgm:t>
    </dgm:pt>
    <dgm:pt modelId="{A0250890-DCEC-4F5F-AD6E-BFB3B3CE02F8}" type="sibTrans" cxnId="{2BB636DC-E94D-4DF1-8341-955C54A1C6DC}">
      <dgm:prSet/>
      <dgm:spPr/>
      <dgm:t>
        <a:bodyPr/>
        <a:lstStyle/>
        <a:p>
          <a:endParaRPr lang="en-US"/>
        </a:p>
      </dgm:t>
    </dgm:pt>
    <dgm:pt modelId="{5B2E8905-2D61-4C44-8C6D-C2C1B75E54CC}">
      <dgm:prSet/>
      <dgm:spPr/>
      <dgm:t>
        <a:bodyPr/>
        <a:lstStyle/>
        <a:p>
          <a:r>
            <a:rPr lang="en-US" dirty="0"/>
            <a:t>Camera → Image Input → YOLOv8 Model → Detected Plate → Output (Bounding Box / Cropped Plate)</a:t>
          </a:r>
        </a:p>
      </dgm:t>
    </dgm:pt>
    <dgm:pt modelId="{E2E32726-D936-45BE-A072-AEF44C2210F3}" type="parTrans" cxnId="{14F42B92-D15C-4373-90EB-F5B968C329D9}">
      <dgm:prSet/>
      <dgm:spPr/>
      <dgm:t>
        <a:bodyPr/>
        <a:lstStyle/>
        <a:p>
          <a:endParaRPr lang="en-US"/>
        </a:p>
      </dgm:t>
    </dgm:pt>
    <dgm:pt modelId="{989A4BAD-C53A-4B7C-A437-62582DAC8127}" type="sibTrans" cxnId="{14F42B92-D15C-4373-90EB-F5B968C329D9}">
      <dgm:prSet/>
      <dgm:spPr/>
      <dgm:t>
        <a:bodyPr/>
        <a:lstStyle/>
        <a:p>
          <a:endParaRPr lang="en-US"/>
        </a:p>
      </dgm:t>
    </dgm:pt>
    <dgm:pt modelId="{7D33A062-418F-9049-92D4-5A777ABE6CAF}" type="pres">
      <dgm:prSet presAssocID="{CDAE4AA9-D645-4FB4-B588-46A6198F8F41}" presName="linear" presStyleCnt="0">
        <dgm:presLayoutVars>
          <dgm:dir/>
          <dgm:animLvl val="lvl"/>
          <dgm:resizeHandles val="exact"/>
        </dgm:presLayoutVars>
      </dgm:prSet>
      <dgm:spPr/>
    </dgm:pt>
    <dgm:pt modelId="{4246A90E-B18B-2A45-9D53-975066B21D5F}" type="pres">
      <dgm:prSet presAssocID="{9357933B-C41E-4E61-B5B8-3D2034901BE1}" presName="parentLin" presStyleCnt="0"/>
      <dgm:spPr/>
    </dgm:pt>
    <dgm:pt modelId="{057C0364-6FC0-B74F-9D0D-0426730C896A}" type="pres">
      <dgm:prSet presAssocID="{9357933B-C41E-4E61-B5B8-3D2034901BE1}" presName="parentLeftMargin" presStyleLbl="node1" presStyleIdx="0" presStyleCnt="2"/>
      <dgm:spPr/>
    </dgm:pt>
    <dgm:pt modelId="{873A9A8A-5D97-9B44-8907-6114FBAC2B3C}" type="pres">
      <dgm:prSet presAssocID="{9357933B-C41E-4E61-B5B8-3D2034901B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8E85AE-41F5-8D4A-9BB6-B4F0751815DB}" type="pres">
      <dgm:prSet presAssocID="{9357933B-C41E-4E61-B5B8-3D2034901BE1}" presName="negativeSpace" presStyleCnt="0"/>
      <dgm:spPr/>
    </dgm:pt>
    <dgm:pt modelId="{7826D477-8032-CE49-935D-516FEA220651}" type="pres">
      <dgm:prSet presAssocID="{9357933B-C41E-4E61-B5B8-3D2034901BE1}" presName="childText" presStyleLbl="conFgAcc1" presStyleIdx="0" presStyleCnt="2">
        <dgm:presLayoutVars>
          <dgm:bulletEnabled val="1"/>
        </dgm:presLayoutVars>
      </dgm:prSet>
      <dgm:spPr/>
    </dgm:pt>
    <dgm:pt modelId="{BE226563-319F-D741-9C34-4A96575E155F}" type="pres">
      <dgm:prSet presAssocID="{1E8B445E-7C7F-408D-A756-E74F8636B670}" presName="spaceBetweenRectangles" presStyleCnt="0"/>
      <dgm:spPr/>
    </dgm:pt>
    <dgm:pt modelId="{78BED749-C048-B541-A504-E971F35C8A3F}" type="pres">
      <dgm:prSet presAssocID="{DE14E691-9435-4578-8205-ACB254B2E37E}" presName="parentLin" presStyleCnt="0"/>
      <dgm:spPr/>
    </dgm:pt>
    <dgm:pt modelId="{0EC21C73-98D5-D44D-8DCC-6FB072C237B7}" type="pres">
      <dgm:prSet presAssocID="{DE14E691-9435-4578-8205-ACB254B2E37E}" presName="parentLeftMargin" presStyleLbl="node1" presStyleIdx="0" presStyleCnt="2"/>
      <dgm:spPr/>
    </dgm:pt>
    <dgm:pt modelId="{E12A81FC-3D1E-BD49-B86A-BF836455E9A0}" type="pres">
      <dgm:prSet presAssocID="{DE14E691-9435-4578-8205-ACB254B2E37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E2FE743-208E-FF42-A2D5-4BCAB1DA3FD3}" type="pres">
      <dgm:prSet presAssocID="{DE14E691-9435-4578-8205-ACB254B2E37E}" presName="negativeSpace" presStyleCnt="0"/>
      <dgm:spPr/>
    </dgm:pt>
    <dgm:pt modelId="{F4374095-8705-0942-B013-2ABC9183D79C}" type="pres">
      <dgm:prSet presAssocID="{DE14E691-9435-4578-8205-ACB254B2E37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9744719-350D-C14D-A833-48AE11BC1506}" type="presOf" srcId="{CDAE4AA9-D645-4FB4-B588-46A6198F8F41}" destId="{7D33A062-418F-9049-92D4-5A777ABE6CAF}" srcOrd="0" destOrd="0" presId="urn:microsoft.com/office/officeart/2005/8/layout/list1"/>
    <dgm:cxn modelId="{D136BE28-F5BF-7645-BCBC-5AAB92152C33}" type="presOf" srcId="{42161300-DC82-49D6-9A4D-D94712C9DCD3}" destId="{7826D477-8032-CE49-935D-516FEA220651}" srcOrd="0" destOrd="0" presId="urn:microsoft.com/office/officeart/2005/8/layout/list1"/>
    <dgm:cxn modelId="{56FD3C30-7337-F94E-96E1-7495ABC0AF2E}" type="presOf" srcId="{DE14E691-9435-4578-8205-ACB254B2E37E}" destId="{0EC21C73-98D5-D44D-8DCC-6FB072C237B7}" srcOrd="0" destOrd="0" presId="urn:microsoft.com/office/officeart/2005/8/layout/list1"/>
    <dgm:cxn modelId="{EE69CE33-7092-F548-9759-11A7084C4F68}" type="presOf" srcId="{DE14E691-9435-4578-8205-ACB254B2E37E}" destId="{E12A81FC-3D1E-BD49-B86A-BF836455E9A0}" srcOrd="1" destOrd="0" presId="urn:microsoft.com/office/officeart/2005/8/layout/list1"/>
    <dgm:cxn modelId="{195B3438-C418-554F-8D93-943773B7A2FE}" type="presOf" srcId="{9357933B-C41E-4E61-B5B8-3D2034901BE1}" destId="{873A9A8A-5D97-9B44-8907-6114FBAC2B3C}" srcOrd="1" destOrd="0" presId="urn:microsoft.com/office/officeart/2005/8/layout/list1"/>
    <dgm:cxn modelId="{27C66D4C-CDCA-40D0-A260-DDB9AEDC7BCE}" srcId="{9357933B-C41E-4E61-B5B8-3D2034901BE1}" destId="{42161300-DC82-49D6-9A4D-D94712C9DCD3}" srcOrd="0" destOrd="0" parTransId="{9BE382A9-768A-4F3F-9083-591ADA9D6C9B}" sibTransId="{CB69A41B-65A7-4883-89DC-0AE8CD3F85FF}"/>
    <dgm:cxn modelId="{A4F06F5F-8C08-4738-8EA2-849D1CFF5046}" srcId="{CDAE4AA9-D645-4FB4-B588-46A6198F8F41}" destId="{9357933B-C41E-4E61-B5B8-3D2034901BE1}" srcOrd="0" destOrd="0" parTransId="{6A673E8C-E71A-480E-AD53-E24B67624E74}" sibTransId="{1E8B445E-7C7F-408D-A756-E74F8636B670}"/>
    <dgm:cxn modelId="{F748318D-CCB5-9549-8721-F2195E153D93}" type="presOf" srcId="{9357933B-C41E-4E61-B5B8-3D2034901BE1}" destId="{057C0364-6FC0-B74F-9D0D-0426730C896A}" srcOrd="0" destOrd="0" presId="urn:microsoft.com/office/officeart/2005/8/layout/list1"/>
    <dgm:cxn modelId="{14F42B92-D15C-4373-90EB-F5B968C329D9}" srcId="{DE14E691-9435-4578-8205-ACB254B2E37E}" destId="{5B2E8905-2D61-4C44-8C6D-C2C1B75E54CC}" srcOrd="0" destOrd="0" parTransId="{E2E32726-D936-45BE-A072-AEF44C2210F3}" sibTransId="{989A4BAD-C53A-4B7C-A437-62582DAC8127}"/>
    <dgm:cxn modelId="{2BB636DC-E94D-4DF1-8341-955C54A1C6DC}" srcId="{CDAE4AA9-D645-4FB4-B588-46A6198F8F41}" destId="{DE14E691-9435-4578-8205-ACB254B2E37E}" srcOrd="1" destOrd="0" parTransId="{4F756610-E566-49DA-B3B5-D39FA3CB76F5}" sibTransId="{A0250890-DCEC-4F5F-AD6E-BFB3B3CE02F8}"/>
    <dgm:cxn modelId="{08944FEC-A138-A14F-92F5-4012EE5CEB21}" type="presOf" srcId="{5B2E8905-2D61-4C44-8C6D-C2C1B75E54CC}" destId="{F4374095-8705-0942-B013-2ABC9183D79C}" srcOrd="0" destOrd="0" presId="urn:microsoft.com/office/officeart/2005/8/layout/list1"/>
    <dgm:cxn modelId="{A8C309DE-6D2B-A649-BAC8-74918EEB1CA7}" type="presParOf" srcId="{7D33A062-418F-9049-92D4-5A777ABE6CAF}" destId="{4246A90E-B18B-2A45-9D53-975066B21D5F}" srcOrd="0" destOrd="0" presId="urn:microsoft.com/office/officeart/2005/8/layout/list1"/>
    <dgm:cxn modelId="{511A5EE1-290B-6D4F-89DD-8D09120160FF}" type="presParOf" srcId="{4246A90E-B18B-2A45-9D53-975066B21D5F}" destId="{057C0364-6FC0-B74F-9D0D-0426730C896A}" srcOrd="0" destOrd="0" presId="urn:microsoft.com/office/officeart/2005/8/layout/list1"/>
    <dgm:cxn modelId="{569516AF-B7DA-A547-9A3D-BEFF26CA00B8}" type="presParOf" srcId="{4246A90E-B18B-2A45-9D53-975066B21D5F}" destId="{873A9A8A-5D97-9B44-8907-6114FBAC2B3C}" srcOrd="1" destOrd="0" presId="urn:microsoft.com/office/officeart/2005/8/layout/list1"/>
    <dgm:cxn modelId="{8F8BFD87-8EB5-7248-9633-71ED8277C878}" type="presParOf" srcId="{7D33A062-418F-9049-92D4-5A777ABE6CAF}" destId="{2A8E85AE-41F5-8D4A-9BB6-B4F0751815DB}" srcOrd="1" destOrd="0" presId="urn:microsoft.com/office/officeart/2005/8/layout/list1"/>
    <dgm:cxn modelId="{FD600875-16BC-184E-9E05-8F392B116BDA}" type="presParOf" srcId="{7D33A062-418F-9049-92D4-5A777ABE6CAF}" destId="{7826D477-8032-CE49-935D-516FEA220651}" srcOrd="2" destOrd="0" presId="urn:microsoft.com/office/officeart/2005/8/layout/list1"/>
    <dgm:cxn modelId="{70923CAA-8BCE-0848-A520-D61368DB9758}" type="presParOf" srcId="{7D33A062-418F-9049-92D4-5A777ABE6CAF}" destId="{BE226563-319F-D741-9C34-4A96575E155F}" srcOrd="3" destOrd="0" presId="urn:microsoft.com/office/officeart/2005/8/layout/list1"/>
    <dgm:cxn modelId="{23681F63-022E-AF47-921A-A26027526E36}" type="presParOf" srcId="{7D33A062-418F-9049-92D4-5A777ABE6CAF}" destId="{78BED749-C048-B541-A504-E971F35C8A3F}" srcOrd="4" destOrd="0" presId="urn:microsoft.com/office/officeart/2005/8/layout/list1"/>
    <dgm:cxn modelId="{3A88DAF2-BB71-4E42-BBA6-D31F2FC884BC}" type="presParOf" srcId="{78BED749-C048-B541-A504-E971F35C8A3F}" destId="{0EC21C73-98D5-D44D-8DCC-6FB072C237B7}" srcOrd="0" destOrd="0" presId="urn:microsoft.com/office/officeart/2005/8/layout/list1"/>
    <dgm:cxn modelId="{B321D250-08F4-E949-BBC8-A8C59184B683}" type="presParOf" srcId="{78BED749-C048-B541-A504-E971F35C8A3F}" destId="{E12A81FC-3D1E-BD49-B86A-BF836455E9A0}" srcOrd="1" destOrd="0" presId="urn:microsoft.com/office/officeart/2005/8/layout/list1"/>
    <dgm:cxn modelId="{DE7F3D89-8D1A-E34B-9B10-BBD7699B251F}" type="presParOf" srcId="{7D33A062-418F-9049-92D4-5A777ABE6CAF}" destId="{8E2FE743-208E-FF42-A2D5-4BCAB1DA3FD3}" srcOrd="5" destOrd="0" presId="urn:microsoft.com/office/officeart/2005/8/layout/list1"/>
    <dgm:cxn modelId="{EBEC3AA9-ACCB-764C-82D1-0B89C84BFA8D}" type="presParOf" srcId="{7D33A062-418F-9049-92D4-5A777ABE6CAF}" destId="{F4374095-8705-0942-B013-2ABC9183D79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39A8C0-082F-4F8D-AC5C-3C8A47DCE48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9A69DF-35D2-44F0-897D-92E0EE93E9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Dataset Source:</a:t>
          </a:r>
          <a:endParaRPr lang="en-US"/>
        </a:p>
      </dgm:t>
    </dgm:pt>
    <dgm:pt modelId="{0ADA1644-125B-4696-8A3A-F556DD685C3A}" type="parTrans" cxnId="{C338843F-ECC3-474B-AB15-AAF4002B7012}">
      <dgm:prSet/>
      <dgm:spPr/>
      <dgm:t>
        <a:bodyPr/>
        <a:lstStyle/>
        <a:p>
          <a:endParaRPr lang="en-US"/>
        </a:p>
      </dgm:t>
    </dgm:pt>
    <dgm:pt modelId="{A1C6A3CC-3CAE-487D-AAD8-C7D9FFB76F1E}" type="sibTrans" cxnId="{C338843F-ECC3-474B-AB15-AAF4002B7012}">
      <dgm:prSet/>
      <dgm:spPr/>
      <dgm:t>
        <a:bodyPr/>
        <a:lstStyle/>
        <a:p>
          <a:endParaRPr lang="en-US"/>
        </a:p>
      </dgm:t>
    </dgm:pt>
    <dgm:pt modelId="{E1112069-B04A-493B-955D-0C66C17907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Kaggle “License Plate Detection Dataset”</a:t>
          </a:r>
        </a:p>
      </dgm:t>
    </dgm:pt>
    <dgm:pt modelId="{81B2A703-1A1D-438C-BBAB-C445C7FDB3C4}" type="parTrans" cxnId="{33F20717-56D3-4D31-90A6-F6ABFA0C1379}">
      <dgm:prSet/>
      <dgm:spPr/>
      <dgm:t>
        <a:bodyPr/>
        <a:lstStyle/>
        <a:p>
          <a:endParaRPr lang="en-US"/>
        </a:p>
      </dgm:t>
    </dgm:pt>
    <dgm:pt modelId="{E0254345-8B84-483E-BA91-C751E8BA8315}" type="sibTrans" cxnId="{33F20717-56D3-4D31-90A6-F6ABFA0C1379}">
      <dgm:prSet/>
      <dgm:spPr/>
      <dgm:t>
        <a:bodyPr/>
        <a:lstStyle/>
        <a:p>
          <a:endParaRPr lang="en-US"/>
        </a:p>
      </dgm:t>
    </dgm:pt>
    <dgm:pt modelId="{64284AFD-D452-4CDE-B29D-9D9928264B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Supplement with web-scraped vehicle images for diversity</a:t>
          </a:r>
        </a:p>
      </dgm:t>
    </dgm:pt>
    <dgm:pt modelId="{08625792-0498-4A25-9839-EF7851C4B156}" type="parTrans" cxnId="{ADB4BCE1-E7EA-4FBD-869F-E2DEFDBC229A}">
      <dgm:prSet/>
      <dgm:spPr/>
      <dgm:t>
        <a:bodyPr/>
        <a:lstStyle/>
        <a:p>
          <a:endParaRPr lang="en-US"/>
        </a:p>
      </dgm:t>
    </dgm:pt>
    <dgm:pt modelId="{E35686E3-C97C-47C1-BEE3-9CCFB08D9EFE}" type="sibTrans" cxnId="{ADB4BCE1-E7EA-4FBD-869F-E2DEFDBC229A}">
      <dgm:prSet/>
      <dgm:spPr/>
      <dgm:t>
        <a:bodyPr/>
        <a:lstStyle/>
        <a:p>
          <a:endParaRPr lang="en-US"/>
        </a:p>
      </dgm:t>
    </dgm:pt>
    <dgm:pt modelId="{5B3DED4E-1BFB-43F8-949B-3F060B2750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Size &amp; Type:</a:t>
          </a:r>
          <a:endParaRPr lang="en-US"/>
        </a:p>
      </dgm:t>
    </dgm:pt>
    <dgm:pt modelId="{88A90189-71A3-46CE-92FE-84973CE8D720}" type="parTrans" cxnId="{5ADA8B99-6826-49BA-BF31-E4DC14D37600}">
      <dgm:prSet/>
      <dgm:spPr/>
      <dgm:t>
        <a:bodyPr/>
        <a:lstStyle/>
        <a:p>
          <a:endParaRPr lang="en-US"/>
        </a:p>
      </dgm:t>
    </dgm:pt>
    <dgm:pt modelId="{433443AB-6AE4-4DF2-9C04-E4D110D036C9}" type="sibTrans" cxnId="{5ADA8B99-6826-49BA-BF31-E4DC14D37600}">
      <dgm:prSet/>
      <dgm:spPr/>
      <dgm:t>
        <a:bodyPr/>
        <a:lstStyle/>
        <a:p>
          <a:endParaRPr lang="en-US"/>
        </a:p>
      </dgm:t>
    </dgm:pt>
    <dgm:pt modelId="{45EFA8A7-E6D6-4DC3-8E8A-EFCC22EB95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~500 images of vehicles (urban &amp; highway scenes)</a:t>
          </a:r>
        </a:p>
      </dgm:t>
    </dgm:pt>
    <dgm:pt modelId="{2352EE5B-96E5-4222-9613-4AAB0B972BB6}" type="parTrans" cxnId="{86265422-13E5-4A58-B533-606082719CE2}">
      <dgm:prSet/>
      <dgm:spPr/>
      <dgm:t>
        <a:bodyPr/>
        <a:lstStyle/>
        <a:p>
          <a:endParaRPr lang="en-US"/>
        </a:p>
      </dgm:t>
    </dgm:pt>
    <dgm:pt modelId="{E71D30BB-232C-4F68-AD02-6099DB54831D}" type="sibTrans" cxnId="{86265422-13E5-4A58-B533-606082719CE2}">
      <dgm:prSet/>
      <dgm:spPr/>
      <dgm:t>
        <a:bodyPr/>
        <a:lstStyle/>
        <a:p>
          <a:endParaRPr lang="en-US"/>
        </a:p>
      </dgm:t>
    </dgm:pt>
    <dgm:pt modelId="{C86CBFF5-B976-4C1E-A8BD-3F081AAE52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YOLO-formatted labels with bounding boxes</a:t>
          </a:r>
        </a:p>
      </dgm:t>
    </dgm:pt>
    <dgm:pt modelId="{F6DF3E18-A12F-4A84-A93F-0AD7C7530D30}" type="parTrans" cxnId="{B240C816-CAB5-4378-B378-E6CDDE2FB6B9}">
      <dgm:prSet/>
      <dgm:spPr/>
      <dgm:t>
        <a:bodyPr/>
        <a:lstStyle/>
        <a:p>
          <a:endParaRPr lang="en-US"/>
        </a:p>
      </dgm:t>
    </dgm:pt>
    <dgm:pt modelId="{0A70B624-0962-4E7B-8970-D9AD25172D41}" type="sibTrans" cxnId="{B240C816-CAB5-4378-B378-E6CDDE2FB6B9}">
      <dgm:prSet/>
      <dgm:spPr/>
      <dgm:t>
        <a:bodyPr/>
        <a:lstStyle/>
        <a:p>
          <a:endParaRPr lang="en-US"/>
        </a:p>
      </dgm:t>
    </dgm:pt>
    <dgm:pt modelId="{7588AC1D-ED6D-4ED8-9ABD-9ECEC62E6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Preparation Steps:</a:t>
          </a:r>
          <a:endParaRPr lang="en-US"/>
        </a:p>
      </dgm:t>
    </dgm:pt>
    <dgm:pt modelId="{4E6249EC-3197-48D8-8940-9BDA41C2F29B}" type="parTrans" cxnId="{CF695724-CFA6-452A-8C54-E9BF356D0FD1}">
      <dgm:prSet/>
      <dgm:spPr/>
      <dgm:t>
        <a:bodyPr/>
        <a:lstStyle/>
        <a:p>
          <a:endParaRPr lang="en-US"/>
        </a:p>
      </dgm:t>
    </dgm:pt>
    <dgm:pt modelId="{C92270FA-CFBA-45A0-980A-8BCCEA636269}" type="sibTrans" cxnId="{CF695724-CFA6-452A-8C54-E9BF356D0FD1}">
      <dgm:prSet/>
      <dgm:spPr/>
      <dgm:t>
        <a:bodyPr/>
        <a:lstStyle/>
        <a:p>
          <a:endParaRPr lang="en-US"/>
        </a:p>
      </dgm:t>
    </dgm:pt>
    <dgm:pt modelId="{408A393A-4501-42B6-A1AA-1749220376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 and resize images to 640×640 px</a:t>
          </a:r>
        </a:p>
      </dgm:t>
    </dgm:pt>
    <dgm:pt modelId="{F5363571-0E3D-4FE1-AB4F-3CF3E2E086D5}" type="parTrans" cxnId="{250E9F4D-A72E-4458-B0B0-9A6CE2299991}">
      <dgm:prSet/>
      <dgm:spPr/>
      <dgm:t>
        <a:bodyPr/>
        <a:lstStyle/>
        <a:p>
          <a:endParaRPr lang="en-US"/>
        </a:p>
      </dgm:t>
    </dgm:pt>
    <dgm:pt modelId="{6D6E2C8C-822E-4999-955A-95EB0584F71F}" type="sibTrans" cxnId="{250E9F4D-A72E-4458-B0B0-9A6CE2299991}">
      <dgm:prSet/>
      <dgm:spPr/>
      <dgm:t>
        <a:bodyPr/>
        <a:lstStyle/>
        <a:p>
          <a:endParaRPr lang="en-US"/>
        </a:p>
      </dgm:t>
    </dgm:pt>
    <dgm:pt modelId="{2148440E-8268-4A12-B92B-956B467449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Augment dataset (rotation, brightness, blur) via Roboflow</a:t>
          </a:r>
        </a:p>
      </dgm:t>
    </dgm:pt>
    <dgm:pt modelId="{27450004-604B-4DBA-9D0F-D2670536AA18}" type="parTrans" cxnId="{DA4E346E-AFFD-415B-BDB8-E7F6AFE5EE86}">
      <dgm:prSet/>
      <dgm:spPr/>
      <dgm:t>
        <a:bodyPr/>
        <a:lstStyle/>
        <a:p>
          <a:endParaRPr lang="en-US"/>
        </a:p>
      </dgm:t>
    </dgm:pt>
    <dgm:pt modelId="{E7150EC8-3C85-4E46-91A2-AE4217F90F0E}" type="sibTrans" cxnId="{DA4E346E-AFFD-415B-BDB8-E7F6AFE5EE86}">
      <dgm:prSet/>
      <dgm:spPr/>
      <dgm:t>
        <a:bodyPr/>
        <a:lstStyle/>
        <a:p>
          <a:endParaRPr lang="en-US"/>
        </a:p>
      </dgm:t>
    </dgm:pt>
    <dgm:pt modelId="{28A23DE5-AAF5-48E4-B911-F9A0C9AD58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Split into train / validation / test sets (70 / 20 / 10)</a:t>
          </a:r>
        </a:p>
      </dgm:t>
    </dgm:pt>
    <dgm:pt modelId="{1FBBF95C-E505-4828-B07E-DA3AD4F1EC50}" type="parTrans" cxnId="{0BBE5AEC-FAC5-4626-ACE9-12BBBAAF72DB}">
      <dgm:prSet/>
      <dgm:spPr/>
      <dgm:t>
        <a:bodyPr/>
        <a:lstStyle/>
        <a:p>
          <a:endParaRPr lang="en-US"/>
        </a:p>
      </dgm:t>
    </dgm:pt>
    <dgm:pt modelId="{BD8DC273-48D3-4B32-8610-FB1C9F90F330}" type="sibTrans" cxnId="{0BBE5AEC-FAC5-4626-ACE9-12BBBAAF72DB}">
      <dgm:prSet/>
      <dgm:spPr/>
      <dgm:t>
        <a:bodyPr/>
        <a:lstStyle/>
        <a:p>
          <a:endParaRPr lang="en-US"/>
        </a:p>
      </dgm:t>
    </dgm:pt>
    <dgm:pt modelId="{A436A90D-932B-4CB5-B764-2BB2E2E04651}" type="pres">
      <dgm:prSet presAssocID="{BE39A8C0-082F-4F8D-AC5C-3C8A47DCE487}" presName="root" presStyleCnt="0">
        <dgm:presLayoutVars>
          <dgm:dir/>
          <dgm:resizeHandles val="exact"/>
        </dgm:presLayoutVars>
      </dgm:prSet>
      <dgm:spPr/>
    </dgm:pt>
    <dgm:pt modelId="{DFC59FFC-8356-4321-A8A4-DF3AF4432622}" type="pres">
      <dgm:prSet presAssocID="{159A69DF-35D2-44F0-897D-92E0EE93E9EB}" presName="compNode" presStyleCnt="0"/>
      <dgm:spPr/>
    </dgm:pt>
    <dgm:pt modelId="{2C4D0340-BBF2-4A43-977C-83FA58F52DA6}" type="pres">
      <dgm:prSet presAssocID="{159A69DF-35D2-44F0-897D-92E0EE93E9EB}" presName="bgRect" presStyleLbl="bgShp" presStyleIdx="0" presStyleCnt="3"/>
      <dgm:spPr/>
    </dgm:pt>
    <dgm:pt modelId="{65F7852D-93CA-4238-A215-86D24A6036C3}" type="pres">
      <dgm:prSet presAssocID="{159A69DF-35D2-44F0-897D-92E0EE93E9E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A7D0BA-6013-4F69-BDA5-6D74F4235472}" type="pres">
      <dgm:prSet presAssocID="{159A69DF-35D2-44F0-897D-92E0EE93E9EB}" presName="spaceRect" presStyleCnt="0"/>
      <dgm:spPr/>
    </dgm:pt>
    <dgm:pt modelId="{C3435D1B-96F9-4023-A2A6-49BF74F49B3C}" type="pres">
      <dgm:prSet presAssocID="{159A69DF-35D2-44F0-897D-92E0EE93E9EB}" presName="parTx" presStyleLbl="revTx" presStyleIdx="0" presStyleCnt="6">
        <dgm:presLayoutVars>
          <dgm:chMax val="0"/>
          <dgm:chPref val="0"/>
        </dgm:presLayoutVars>
      </dgm:prSet>
      <dgm:spPr/>
    </dgm:pt>
    <dgm:pt modelId="{D6E655CA-A5A7-4445-816D-3ACC79A97396}" type="pres">
      <dgm:prSet presAssocID="{159A69DF-35D2-44F0-897D-92E0EE93E9EB}" presName="desTx" presStyleLbl="revTx" presStyleIdx="1" presStyleCnt="6">
        <dgm:presLayoutVars/>
      </dgm:prSet>
      <dgm:spPr/>
    </dgm:pt>
    <dgm:pt modelId="{746F168B-82DA-4DDA-905A-8E73B1503FDD}" type="pres">
      <dgm:prSet presAssocID="{A1C6A3CC-3CAE-487D-AAD8-C7D9FFB76F1E}" presName="sibTrans" presStyleCnt="0"/>
      <dgm:spPr/>
    </dgm:pt>
    <dgm:pt modelId="{35CC46B2-88E4-401B-B436-619607BFB368}" type="pres">
      <dgm:prSet presAssocID="{5B3DED4E-1BFB-43F8-949B-3F060B275011}" presName="compNode" presStyleCnt="0"/>
      <dgm:spPr/>
    </dgm:pt>
    <dgm:pt modelId="{6597B107-64B7-4A4B-949E-083E645C9B11}" type="pres">
      <dgm:prSet presAssocID="{5B3DED4E-1BFB-43F8-949B-3F060B275011}" presName="bgRect" presStyleLbl="bgShp" presStyleIdx="1" presStyleCnt="3"/>
      <dgm:spPr/>
    </dgm:pt>
    <dgm:pt modelId="{C4A94D0C-0823-454B-B233-8A41890673B5}" type="pres">
      <dgm:prSet presAssocID="{5B3DED4E-1BFB-43F8-949B-3F060B2750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3D213244-EA0B-4789-9416-FF3776E3E1ED}" type="pres">
      <dgm:prSet presAssocID="{5B3DED4E-1BFB-43F8-949B-3F060B275011}" presName="spaceRect" presStyleCnt="0"/>
      <dgm:spPr/>
    </dgm:pt>
    <dgm:pt modelId="{6E9BEDBC-671B-41FE-B06A-6F58F03C3BBF}" type="pres">
      <dgm:prSet presAssocID="{5B3DED4E-1BFB-43F8-949B-3F060B275011}" presName="parTx" presStyleLbl="revTx" presStyleIdx="2" presStyleCnt="6">
        <dgm:presLayoutVars>
          <dgm:chMax val="0"/>
          <dgm:chPref val="0"/>
        </dgm:presLayoutVars>
      </dgm:prSet>
      <dgm:spPr/>
    </dgm:pt>
    <dgm:pt modelId="{B77BCC73-13E2-4386-9370-66554DB03CC4}" type="pres">
      <dgm:prSet presAssocID="{5B3DED4E-1BFB-43F8-949B-3F060B275011}" presName="desTx" presStyleLbl="revTx" presStyleIdx="3" presStyleCnt="6">
        <dgm:presLayoutVars/>
      </dgm:prSet>
      <dgm:spPr/>
    </dgm:pt>
    <dgm:pt modelId="{D901D483-D3A6-4508-A316-19848E985267}" type="pres">
      <dgm:prSet presAssocID="{433443AB-6AE4-4DF2-9C04-E4D110D036C9}" presName="sibTrans" presStyleCnt="0"/>
      <dgm:spPr/>
    </dgm:pt>
    <dgm:pt modelId="{EBCE4AF9-C4F4-4FF3-9438-1F4C78848B8A}" type="pres">
      <dgm:prSet presAssocID="{7588AC1D-ED6D-4ED8-9ABD-9ECEC62E6331}" presName="compNode" presStyleCnt="0"/>
      <dgm:spPr/>
    </dgm:pt>
    <dgm:pt modelId="{AE035EB0-62C5-4943-B9D2-FA0CE5590B82}" type="pres">
      <dgm:prSet presAssocID="{7588AC1D-ED6D-4ED8-9ABD-9ECEC62E6331}" presName="bgRect" presStyleLbl="bgShp" presStyleIdx="2" presStyleCnt="3"/>
      <dgm:spPr/>
    </dgm:pt>
    <dgm:pt modelId="{54B99EC3-D0E6-4A4D-BC9B-BB8A93258DE4}" type="pres">
      <dgm:prSet presAssocID="{7588AC1D-ED6D-4ED8-9ABD-9ECEC62E63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CF8E7DC7-5CCF-4CE1-AE91-37D196BA9457}" type="pres">
      <dgm:prSet presAssocID="{7588AC1D-ED6D-4ED8-9ABD-9ECEC62E6331}" presName="spaceRect" presStyleCnt="0"/>
      <dgm:spPr/>
    </dgm:pt>
    <dgm:pt modelId="{E0A6532F-E025-48D8-A40C-92416D42F8FF}" type="pres">
      <dgm:prSet presAssocID="{7588AC1D-ED6D-4ED8-9ABD-9ECEC62E6331}" presName="parTx" presStyleLbl="revTx" presStyleIdx="4" presStyleCnt="6">
        <dgm:presLayoutVars>
          <dgm:chMax val="0"/>
          <dgm:chPref val="0"/>
        </dgm:presLayoutVars>
      </dgm:prSet>
      <dgm:spPr/>
    </dgm:pt>
    <dgm:pt modelId="{4CD463BA-BF03-4942-ADBE-5112718E39AC}" type="pres">
      <dgm:prSet presAssocID="{7588AC1D-ED6D-4ED8-9ABD-9ECEC62E6331}" presName="desTx" presStyleLbl="revTx" presStyleIdx="5" presStyleCnt="6">
        <dgm:presLayoutVars/>
      </dgm:prSet>
      <dgm:spPr/>
    </dgm:pt>
  </dgm:ptLst>
  <dgm:cxnLst>
    <dgm:cxn modelId="{B240C816-CAB5-4378-B378-E6CDDE2FB6B9}" srcId="{5B3DED4E-1BFB-43F8-949B-3F060B275011}" destId="{C86CBFF5-B976-4C1E-A8BD-3F081AAE5234}" srcOrd="1" destOrd="0" parTransId="{F6DF3E18-A12F-4A84-A93F-0AD7C7530D30}" sibTransId="{0A70B624-0962-4E7B-8970-D9AD25172D41}"/>
    <dgm:cxn modelId="{33F20717-56D3-4D31-90A6-F6ABFA0C1379}" srcId="{159A69DF-35D2-44F0-897D-92E0EE93E9EB}" destId="{E1112069-B04A-493B-955D-0C66C17907BE}" srcOrd="0" destOrd="0" parTransId="{81B2A703-1A1D-438C-BBAB-C445C7FDB3C4}" sibTransId="{E0254345-8B84-483E-BA91-C751E8BA8315}"/>
    <dgm:cxn modelId="{86265422-13E5-4A58-B533-606082719CE2}" srcId="{5B3DED4E-1BFB-43F8-949B-3F060B275011}" destId="{45EFA8A7-E6D6-4DC3-8E8A-EFCC22EB95B6}" srcOrd="0" destOrd="0" parTransId="{2352EE5B-96E5-4222-9613-4AAB0B972BB6}" sibTransId="{E71D30BB-232C-4F68-AD02-6099DB54831D}"/>
    <dgm:cxn modelId="{CF695724-CFA6-452A-8C54-E9BF356D0FD1}" srcId="{BE39A8C0-082F-4F8D-AC5C-3C8A47DCE487}" destId="{7588AC1D-ED6D-4ED8-9ABD-9ECEC62E6331}" srcOrd="2" destOrd="0" parTransId="{4E6249EC-3197-48D8-8940-9BDA41C2F29B}" sibTransId="{C92270FA-CFBA-45A0-980A-8BCCEA636269}"/>
    <dgm:cxn modelId="{AC2B7E38-85A6-4BA0-9760-D2BA1C863601}" type="presOf" srcId="{2148440E-8268-4A12-B92B-956B46744903}" destId="{4CD463BA-BF03-4942-ADBE-5112718E39AC}" srcOrd="0" destOrd="1" presId="urn:microsoft.com/office/officeart/2018/2/layout/IconVerticalSolidList"/>
    <dgm:cxn modelId="{6745253A-2AFA-4A7C-A217-9E53675E4417}" type="presOf" srcId="{64284AFD-D452-4CDE-B29D-9D9928264BAA}" destId="{D6E655CA-A5A7-4445-816D-3ACC79A97396}" srcOrd="0" destOrd="1" presId="urn:microsoft.com/office/officeart/2018/2/layout/IconVerticalSolidList"/>
    <dgm:cxn modelId="{BA64563F-F882-41E6-A198-0A5DA74F9ADF}" type="presOf" srcId="{5B3DED4E-1BFB-43F8-949B-3F060B275011}" destId="{6E9BEDBC-671B-41FE-B06A-6F58F03C3BBF}" srcOrd="0" destOrd="0" presId="urn:microsoft.com/office/officeart/2018/2/layout/IconVerticalSolidList"/>
    <dgm:cxn modelId="{C338843F-ECC3-474B-AB15-AAF4002B7012}" srcId="{BE39A8C0-082F-4F8D-AC5C-3C8A47DCE487}" destId="{159A69DF-35D2-44F0-897D-92E0EE93E9EB}" srcOrd="0" destOrd="0" parTransId="{0ADA1644-125B-4696-8A3A-F556DD685C3A}" sibTransId="{A1C6A3CC-3CAE-487D-AAD8-C7D9FFB76F1E}"/>
    <dgm:cxn modelId="{250E9F4D-A72E-4458-B0B0-9A6CE2299991}" srcId="{7588AC1D-ED6D-4ED8-9ABD-9ECEC62E6331}" destId="{408A393A-4501-42B6-A1AA-174922037657}" srcOrd="0" destOrd="0" parTransId="{F5363571-0E3D-4FE1-AB4F-3CF3E2E086D5}" sibTransId="{6D6E2C8C-822E-4999-955A-95EB0584F71F}"/>
    <dgm:cxn modelId="{DA4E346E-AFFD-415B-BDB8-E7F6AFE5EE86}" srcId="{7588AC1D-ED6D-4ED8-9ABD-9ECEC62E6331}" destId="{2148440E-8268-4A12-B92B-956B46744903}" srcOrd="1" destOrd="0" parTransId="{27450004-604B-4DBA-9D0F-D2670536AA18}" sibTransId="{E7150EC8-3C85-4E46-91A2-AE4217F90F0E}"/>
    <dgm:cxn modelId="{DFD2377C-5686-468C-86E5-852AD273760E}" type="presOf" srcId="{7588AC1D-ED6D-4ED8-9ABD-9ECEC62E6331}" destId="{E0A6532F-E025-48D8-A40C-92416D42F8FF}" srcOrd="0" destOrd="0" presId="urn:microsoft.com/office/officeart/2018/2/layout/IconVerticalSolidList"/>
    <dgm:cxn modelId="{D06E737E-1D13-4AE0-913B-B0754B74EA04}" type="presOf" srcId="{45EFA8A7-E6D6-4DC3-8E8A-EFCC22EB95B6}" destId="{B77BCC73-13E2-4386-9370-66554DB03CC4}" srcOrd="0" destOrd="0" presId="urn:microsoft.com/office/officeart/2018/2/layout/IconVerticalSolidList"/>
    <dgm:cxn modelId="{7007AE85-A787-4A42-9434-749831079D9A}" type="presOf" srcId="{408A393A-4501-42B6-A1AA-174922037657}" destId="{4CD463BA-BF03-4942-ADBE-5112718E39AC}" srcOrd="0" destOrd="0" presId="urn:microsoft.com/office/officeart/2018/2/layout/IconVerticalSolidList"/>
    <dgm:cxn modelId="{25E3DE90-7062-4F0D-B24D-2E3353210531}" type="presOf" srcId="{E1112069-B04A-493B-955D-0C66C17907BE}" destId="{D6E655CA-A5A7-4445-816D-3ACC79A97396}" srcOrd="0" destOrd="0" presId="urn:microsoft.com/office/officeart/2018/2/layout/IconVerticalSolidList"/>
    <dgm:cxn modelId="{5ADA8B99-6826-49BA-BF31-E4DC14D37600}" srcId="{BE39A8C0-082F-4F8D-AC5C-3C8A47DCE487}" destId="{5B3DED4E-1BFB-43F8-949B-3F060B275011}" srcOrd="1" destOrd="0" parTransId="{88A90189-71A3-46CE-92FE-84973CE8D720}" sibTransId="{433443AB-6AE4-4DF2-9C04-E4D110D036C9}"/>
    <dgm:cxn modelId="{B4B284A2-0D4D-4B45-BB0A-0CBECA5E37A9}" type="presOf" srcId="{28A23DE5-AAF5-48E4-B911-F9A0C9AD58E6}" destId="{4CD463BA-BF03-4942-ADBE-5112718E39AC}" srcOrd="0" destOrd="2" presId="urn:microsoft.com/office/officeart/2018/2/layout/IconVerticalSolidList"/>
    <dgm:cxn modelId="{5ADC5EC5-07E8-4C17-8D47-5A10B010B8CF}" type="presOf" srcId="{159A69DF-35D2-44F0-897D-92E0EE93E9EB}" destId="{C3435D1B-96F9-4023-A2A6-49BF74F49B3C}" srcOrd="0" destOrd="0" presId="urn:microsoft.com/office/officeart/2018/2/layout/IconVerticalSolidList"/>
    <dgm:cxn modelId="{8146ADDB-9CA1-4E94-920B-F0F0388C757E}" type="presOf" srcId="{BE39A8C0-082F-4F8D-AC5C-3C8A47DCE487}" destId="{A436A90D-932B-4CB5-B764-2BB2E2E04651}" srcOrd="0" destOrd="0" presId="urn:microsoft.com/office/officeart/2018/2/layout/IconVerticalSolidList"/>
    <dgm:cxn modelId="{ADB4BCE1-E7EA-4FBD-869F-E2DEFDBC229A}" srcId="{159A69DF-35D2-44F0-897D-92E0EE93E9EB}" destId="{64284AFD-D452-4CDE-B29D-9D9928264BAA}" srcOrd="1" destOrd="0" parTransId="{08625792-0498-4A25-9839-EF7851C4B156}" sibTransId="{E35686E3-C97C-47C1-BEE3-9CCFB08D9EFE}"/>
    <dgm:cxn modelId="{0BBE5AEC-FAC5-4626-ACE9-12BBBAAF72DB}" srcId="{7588AC1D-ED6D-4ED8-9ABD-9ECEC62E6331}" destId="{28A23DE5-AAF5-48E4-B911-F9A0C9AD58E6}" srcOrd="2" destOrd="0" parTransId="{1FBBF95C-E505-4828-B07E-DA3AD4F1EC50}" sibTransId="{BD8DC273-48D3-4B32-8610-FB1C9F90F330}"/>
    <dgm:cxn modelId="{2E10B5ED-2B32-45A8-A1D7-EFFA21FEC9E9}" type="presOf" srcId="{C86CBFF5-B976-4C1E-A8BD-3F081AAE5234}" destId="{B77BCC73-13E2-4386-9370-66554DB03CC4}" srcOrd="0" destOrd="1" presId="urn:microsoft.com/office/officeart/2018/2/layout/IconVerticalSolidList"/>
    <dgm:cxn modelId="{A1238A85-CB06-409D-9F38-93E4E3DF2BC5}" type="presParOf" srcId="{A436A90D-932B-4CB5-B764-2BB2E2E04651}" destId="{DFC59FFC-8356-4321-A8A4-DF3AF4432622}" srcOrd="0" destOrd="0" presId="urn:microsoft.com/office/officeart/2018/2/layout/IconVerticalSolidList"/>
    <dgm:cxn modelId="{63C82887-848A-46B7-AC02-A7A36637E7F2}" type="presParOf" srcId="{DFC59FFC-8356-4321-A8A4-DF3AF4432622}" destId="{2C4D0340-BBF2-4A43-977C-83FA58F52DA6}" srcOrd="0" destOrd="0" presId="urn:microsoft.com/office/officeart/2018/2/layout/IconVerticalSolidList"/>
    <dgm:cxn modelId="{1C717E30-EFDE-40E7-B969-388B919B8116}" type="presParOf" srcId="{DFC59FFC-8356-4321-A8A4-DF3AF4432622}" destId="{65F7852D-93CA-4238-A215-86D24A6036C3}" srcOrd="1" destOrd="0" presId="urn:microsoft.com/office/officeart/2018/2/layout/IconVerticalSolidList"/>
    <dgm:cxn modelId="{4560AD38-7826-45D4-AE34-AD2BF3A32219}" type="presParOf" srcId="{DFC59FFC-8356-4321-A8A4-DF3AF4432622}" destId="{D8A7D0BA-6013-4F69-BDA5-6D74F4235472}" srcOrd="2" destOrd="0" presId="urn:microsoft.com/office/officeart/2018/2/layout/IconVerticalSolidList"/>
    <dgm:cxn modelId="{7CCD163B-86AA-465C-AE5A-0982847E5BE7}" type="presParOf" srcId="{DFC59FFC-8356-4321-A8A4-DF3AF4432622}" destId="{C3435D1B-96F9-4023-A2A6-49BF74F49B3C}" srcOrd="3" destOrd="0" presId="urn:microsoft.com/office/officeart/2018/2/layout/IconVerticalSolidList"/>
    <dgm:cxn modelId="{2967FF2E-289E-4D75-BBCD-0CFE27F9E353}" type="presParOf" srcId="{DFC59FFC-8356-4321-A8A4-DF3AF4432622}" destId="{D6E655CA-A5A7-4445-816D-3ACC79A97396}" srcOrd="4" destOrd="0" presId="urn:microsoft.com/office/officeart/2018/2/layout/IconVerticalSolidList"/>
    <dgm:cxn modelId="{8440B1D5-C5B5-4557-B9DF-2C1580488BEE}" type="presParOf" srcId="{A436A90D-932B-4CB5-B764-2BB2E2E04651}" destId="{746F168B-82DA-4DDA-905A-8E73B1503FDD}" srcOrd="1" destOrd="0" presId="urn:microsoft.com/office/officeart/2018/2/layout/IconVerticalSolidList"/>
    <dgm:cxn modelId="{BD3A43B4-EB7D-4881-8A78-57D6989D318B}" type="presParOf" srcId="{A436A90D-932B-4CB5-B764-2BB2E2E04651}" destId="{35CC46B2-88E4-401B-B436-619607BFB368}" srcOrd="2" destOrd="0" presId="urn:microsoft.com/office/officeart/2018/2/layout/IconVerticalSolidList"/>
    <dgm:cxn modelId="{EB0624A0-BEB2-493F-9A9E-6918E3F28A7C}" type="presParOf" srcId="{35CC46B2-88E4-401B-B436-619607BFB368}" destId="{6597B107-64B7-4A4B-949E-083E645C9B11}" srcOrd="0" destOrd="0" presId="urn:microsoft.com/office/officeart/2018/2/layout/IconVerticalSolidList"/>
    <dgm:cxn modelId="{A252C158-3B0D-4440-8854-65707D02A667}" type="presParOf" srcId="{35CC46B2-88E4-401B-B436-619607BFB368}" destId="{C4A94D0C-0823-454B-B233-8A41890673B5}" srcOrd="1" destOrd="0" presId="urn:microsoft.com/office/officeart/2018/2/layout/IconVerticalSolidList"/>
    <dgm:cxn modelId="{148046F7-456A-4FB8-B6B3-75242B5B6825}" type="presParOf" srcId="{35CC46B2-88E4-401B-B436-619607BFB368}" destId="{3D213244-EA0B-4789-9416-FF3776E3E1ED}" srcOrd="2" destOrd="0" presId="urn:microsoft.com/office/officeart/2018/2/layout/IconVerticalSolidList"/>
    <dgm:cxn modelId="{89D5D0C8-3FBF-4494-8195-15E7F516B9B6}" type="presParOf" srcId="{35CC46B2-88E4-401B-B436-619607BFB368}" destId="{6E9BEDBC-671B-41FE-B06A-6F58F03C3BBF}" srcOrd="3" destOrd="0" presId="urn:microsoft.com/office/officeart/2018/2/layout/IconVerticalSolidList"/>
    <dgm:cxn modelId="{231CFC23-F754-46C0-BD01-03513DAC0B17}" type="presParOf" srcId="{35CC46B2-88E4-401B-B436-619607BFB368}" destId="{B77BCC73-13E2-4386-9370-66554DB03CC4}" srcOrd="4" destOrd="0" presId="urn:microsoft.com/office/officeart/2018/2/layout/IconVerticalSolidList"/>
    <dgm:cxn modelId="{CC857912-C559-4BED-8609-FFCE2573D913}" type="presParOf" srcId="{A436A90D-932B-4CB5-B764-2BB2E2E04651}" destId="{D901D483-D3A6-4508-A316-19848E985267}" srcOrd="3" destOrd="0" presId="urn:microsoft.com/office/officeart/2018/2/layout/IconVerticalSolidList"/>
    <dgm:cxn modelId="{539ABEE5-01FE-486A-89D0-945827AC9CFF}" type="presParOf" srcId="{A436A90D-932B-4CB5-B764-2BB2E2E04651}" destId="{EBCE4AF9-C4F4-4FF3-9438-1F4C78848B8A}" srcOrd="4" destOrd="0" presId="urn:microsoft.com/office/officeart/2018/2/layout/IconVerticalSolidList"/>
    <dgm:cxn modelId="{A5E60D26-B375-4EA0-8AB9-A5240823DEDF}" type="presParOf" srcId="{EBCE4AF9-C4F4-4FF3-9438-1F4C78848B8A}" destId="{AE035EB0-62C5-4943-B9D2-FA0CE5590B82}" srcOrd="0" destOrd="0" presId="urn:microsoft.com/office/officeart/2018/2/layout/IconVerticalSolidList"/>
    <dgm:cxn modelId="{1B968924-CDA9-4683-87FC-860BBFA48CB7}" type="presParOf" srcId="{EBCE4AF9-C4F4-4FF3-9438-1F4C78848B8A}" destId="{54B99EC3-D0E6-4A4D-BC9B-BB8A93258DE4}" srcOrd="1" destOrd="0" presId="urn:microsoft.com/office/officeart/2018/2/layout/IconVerticalSolidList"/>
    <dgm:cxn modelId="{5A6CBD6D-560C-4AC3-88F4-8311EC962318}" type="presParOf" srcId="{EBCE4AF9-C4F4-4FF3-9438-1F4C78848B8A}" destId="{CF8E7DC7-5CCF-4CE1-AE91-37D196BA9457}" srcOrd="2" destOrd="0" presId="urn:microsoft.com/office/officeart/2018/2/layout/IconVerticalSolidList"/>
    <dgm:cxn modelId="{97E8F448-E018-406D-864E-2A2CE5109763}" type="presParOf" srcId="{EBCE4AF9-C4F4-4FF3-9438-1F4C78848B8A}" destId="{E0A6532F-E025-48D8-A40C-92416D42F8FF}" srcOrd="3" destOrd="0" presId="urn:microsoft.com/office/officeart/2018/2/layout/IconVerticalSolidList"/>
    <dgm:cxn modelId="{1787FA6D-2467-45BB-A443-7A06F53E21B9}" type="presParOf" srcId="{EBCE4AF9-C4F4-4FF3-9438-1F4C78848B8A}" destId="{4CD463BA-BF03-4942-ADBE-5112718E39A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3700D6-5A39-4F28-9EB8-3143E438CD1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EEDD80-D28B-43E8-B02E-445648511114}">
      <dgm:prSet/>
      <dgm:spPr/>
      <dgm:t>
        <a:bodyPr/>
        <a:lstStyle/>
        <a:p>
          <a:r>
            <a:rPr lang="en-US"/>
            <a:t>[Vehicle Image / Video Frame]</a:t>
          </a:r>
        </a:p>
      </dgm:t>
    </dgm:pt>
    <dgm:pt modelId="{3C258F7D-82BE-442C-8D75-724B5503DFC0}" type="parTrans" cxnId="{B876F3D3-D526-4A14-8BD1-4CDB5B19EC7F}">
      <dgm:prSet/>
      <dgm:spPr/>
      <dgm:t>
        <a:bodyPr/>
        <a:lstStyle/>
        <a:p>
          <a:endParaRPr lang="en-US"/>
        </a:p>
      </dgm:t>
    </dgm:pt>
    <dgm:pt modelId="{5A26900F-D673-4606-8A5B-CC5AF2F3399E}" type="sibTrans" cxnId="{B876F3D3-D526-4A14-8BD1-4CDB5B19EC7F}">
      <dgm:prSet/>
      <dgm:spPr/>
      <dgm:t>
        <a:bodyPr/>
        <a:lstStyle/>
        <a:p>
          <a:endParaRPr lang="en-US"/>
        </a:p>
      </dgm:t>
    </dgm:pt>
    <dgm:pt modelId="{92B4CA99-F716-4D39-9E49-4B1E9EFD942F}">
      <dgm:prSet/>
      <dgm:spPr/>
      <dgm:t>
        <a:bodyPr/>
        <a:lstStyle/>
        <a:p>
          <a:r>
            <a:rPr lang="en-US"/>
            <a:t>↓</a:t>
          </a:r>
        </a:p>
      </dgm:t>
    </dgm:pt>
    <dgm:pt modelId="{4F86988D-358F-42F2-BB15-9F49348CB69B}" type="parTrans" cxnId="{54E927C5-306C-4731-9F36-D99B5AA720EB}">
      <dgm:prSet/>
      <dgm:spPr/>
      <dgm:t>
        <a:bodyPr/>
        <a:lstStyle/>
        <a:p>
          <a:endParaRPr lang="en-US"/>
        </a:p>
      </dgm:t>
    </dgm:pt>
    <dgm:pt modelId="{4E2CADF5-F661-49E9-80B8-E73928D85625}" type="sibTrans" cxnId="{54E927C5-306C-4731-9F36-D99B5AA720EB}">
      <dgm:prSet/>
      <dgm:spPr/>
      <dgm:t>
        <a:bodyPr/>
        <a:lstStyle/>
        <a:p>
          <a:endParaRPr lang="en-US"/>
        </a:p>
      </dgm:t>
    </dgm:pt>
    <dgm:pt modelId="{B9BC810B-8047-4E7E-89F1-CDCEE44B51B1}">
      <dgm:prSet/>
      <dgm:spPr/>
      <dgm:t>
        <a:bodyPr/>
        <a:lstStyle/>
        <a:p>
          <a:r>
            <a:rPr lang="en-US"/>
            <a:t>[Preprocessing]</a:t>
          </a:r>
        </a:p>
      </dgm:t>
    </dgm:pt>
    <dgm:pt modelId="{D427252C-5395-460B-B72B-E4B1B9EA8DFF}" type="parTrans" cxnId="{E4562C30-4432-4EBC-8F0A-2241F4B53642}">
      <dgm:prSet/>
      <dgm:spPr/>
      <dgm:t>
        <a:bodyPr/>
        <a:lstStyle/>
        <a:p>
          <a:endParaRPr lang="en-US"/>
        </a:p>
      </dgm:t>
    </dgm:pt>
    <dgm:pt modelId="{FF16E5D9-31F5-4BDA-88AB-E509B5E38B42}" type="sibTrans" cxnId="{E4562C30-4432-4EBC-8F0A-2241F4B53642}">
      <dgm:prSet/>
      <dgm:spPr/>
      <dgm:t>
        <a:bodyPr/>
        <a:lstStyle/>
        <a:p>
          <a:endParaRPr lang="en-US"/>
        </a:p>
      </dgm:t>
    </dgm:pt>
    <dgm:pt modelId="{62EBAEF2-D57D-4521-8AEA-34E120213197}">
      <dgm:prSet/>
      <dgm:spPr/>
      <dgm:t>
        <a:bodyPr/>
        <a:lstStyle/>
        <a:p>
          <a:r>
            <a:rPr lang="en-US"/>
            <a:t>(resize, normalize)</a:t>
          </a:r>
        </a:p>
      </dgm:t>
    </dgm:pt>
    <dgm:pt modelId="{3CEFA356-34E3-4932-A354-39F2D1277843}" type="parTrans" cxnId="{802D6E29-B947-4277-B1EA-4DD1FB3CE468}">
      <dgm:prSet/>
      <dgm:spPr/>
      <dgm:t>
        <a:bodyPr/>
        <a:lstStyle/>
        <a:p>
          <a:endParaRPr lang="en-US"/>
        </a:p>
      </dgm:t>
    </dgm:pt>
    <dgm:pt modelId="{76398FEA-A827-4D44-B116-2357C7716618}" type="sibTrans" cxnId="{802D6E29-B947-4277-B1EA-4DD1FB3CE468}">
      <dgm:prSet/>
      <dgm:spPr/>
      <dgm:t>
        <a:bodyPr/>
        <a:lstStyle/>
        <a:p>
          <a:endParaRPr lang="en-US"/>
        </a:p>
      </dgm:t>
    </dgm:pt>
    <dgm:pt modelId="{04B4C50F-3B43-4278-B46B-8CB491A31250}">
      <dgm:prSet/>
      <dgm:spPr/>
      <dgm:t>
        <a:bodyPr/>
        <a:lstStyle/>
        <a:p>
          <a:r>
            <a:rPr lang="en-US"/>
            <a:t>↓</a:t>
          </a:r>
        </a:p>
      </dgm:t>
    </dgm:pt>
    <dgm:pt modelId="{EEBF1FA3-9D33-4E1F-B82F-C7CFEE976362}" type="parTrans" cxnId="{79E180BF-098D-4911-A8AB-13168B87000C}">
      <dgm:prSet/>
      <dgm:spPr/>
      <dgm:t>
        <a:bodyPr/>
        <a:lstStyle/>
        <a:p>
          <a:endParaRPr lang="en-US"/>
        </a:p>
      </dgm:t>
    </dgm:pt>
    <dgm:pt modelId="{62FFF6C8-ADFF-471A-AEC9-62EF2CDFF53B}" type="sibTrans" cxnId="{79E180BF-098D-4911-A8AB-13168B87000C}">
      <dgm:prSet/>
      <dgm:spPr/>
      <dgm:t>
        <a:bodyPr/>
        <a:lstStyle/>
        <a:p>
          <a:endParaRPr lang="en-US"/>
        </a:p>
      </dgm:t>
    </dgm:pt>
    <dgm:pt modelId="{370030CD-B1A8-431A-B654-8BD4AEA7DC70}">
      <dgm:prSet/>
      <dgm:spPr/>
      <dgm:t>
        <a:bodyPr/>
        <a:lstStyle/>
        <a:p>
          <a:r>
            <a:rPr lang="en-US"/>
            <a:t>[YOLOv8 Model]</a:t>
          </a:r>
        </a:p>
      </dgm:t>
    </dgm:pt>
    <dgm:pt modelId="{BACA8679-B130-4CB7-B2F0-65D2FB9871B2}" type="parTrans" cxnId="{04117193-7677-484B-B4C6-4EC064AC1459}">
      <dgm:prSet/>
      <dgm:spPr/>
      <dgm:t>
        <a:bodyPr/>
        <a:lstStyle/>
        <a:p>
          <a:endParaRPr lang="en-US"/>
        </a:p>
      </dgm:t>
    </dgm:pt>
    <dgm:pt modelId="{6E3F061B-F1CB-4204-83F3-F12634F587E3}" type="sibTrans" cxnId="{04117193-7677-484B-B4C6-4EC064AC1459}">
      <dgm:prSet/>
      <dgm:spPr/>
      <dgm:t>
        <a:bodyPr/>
        <a:lstStyle/>
        <a:p>
          <a:endParaRPr lang="en-US"/>
        </a:p>
      </dgm:t>
    </dgm:pt>
    <dgm:pt modelId="{19D5EE10-9771-4823-870F-8635451A0A1D}">
      <dgm:prSet/>
      <dgm:spPr/>
      <dgm:t>
        <a:bodyPr/>
        <a:lstStyle/>
        <a:p>
          <a:r>
            <a:rPr lang="en-US"/>
            <a:t>(detect license plate)</a:t>
          </a:r>
        </a:p>
      </dgm:t>
    </dgm:pt>
    <dgm:pt modelId="{8CFC78E8-54DA-4A3A-8F2C-F71EC50979E7}" type="parTrans" cxnId="{E0E48AD5-1A93-4567-9623-CE4503E0529A}">
      <dgm:prSet/>
      <dgm:spPr/>
      <dgm:t>
        <a:bodyPr/>
        <a:lstStyle/>
        <a:p>
          <a:endParaRPr lang="en-US"/>
        </a:p>
      </dgm:t>
    </dgm:pt>
    <dgm:pt modelId="{7A7AAB32-BE54-49C3-8535-D08CA25036CC}" type="sibTrans" cxnId="{E0E48AD5-1A93-4567-9623-CE4503E0529A}">
      <dgm:prSet/>
      <dgm:spPr/>
      <dgm:t>
        <a:bodyPr/>
        <a:lstStyle/>
        <a:p>
          <a:endParaRPr lang="en-US"/>
        </a:p>
      </dgm:t>
    </dgm:pt>
    <dgm:pt modelId="{ADA9F9F7-76A9-408B-935C-59BBE522E545}">
      <dgm:prSet/>
      <dgm:spPr/>
      <dgm:t>
        <a:bodyPr/>
        <a:lstStyle/>
        <a:p>
          <a:r>
            <a:rPr lang="en-US"/>
            <a:t>↓</a:t>
          </a:r>
        </a:p>
      </dgm:t>
    </dgm:pt>
    <dgm:pt modelId="{1CB6A79D-1FD3-4FC8-AA48-9D5D2E00CD8E}" type="parTrans" cxnId="{AD213C33-CE92-495A-9C8A-50946FB672AB}">
      <dgm:prSet/>
      <dgm:spPr/>
      <dgm:t>
        <a:bodyPr/>
        <a:lstStyle/>
        <a:p>
          <a:endParaRPr lang="en-US"/>
        </a:p>
      </dgm:t>
    </dgm:pt>
    <dgm:pt modelId="{87629EEC-E18C-49D7-BA48-D569A8E92E50}" type="sibTrans" cxnId="{AD213C33-CE92-495A-9C8A-50946FB672AB}">
      <dgm:prSet/>
      <dgm:spPr/>
      <dgm:t>
        <a:bodyPr/>
        <a:lstStyle/>
        <a:p>
          <a:endParaRPr lang="en-US"/>
        </a:p>
      </dgm:t>
    </dgm:pt>
    <dgm:pt modelId="{7668A209-AE74-45C0-8EEF-F02F25E03D39}">
      <dgm:prSet/>
      <dgm:spPr/>
      <dgm:t>
        <a:bodyPr/>
        <a:lstStyle/>
        <a:p>
          <a:r>
            <a:rPr lang="en-US"/>
            <a:t>[Bounding Box Coordinates]</a:t>
          </a:r>
        </a:p>
      </dgm:t>
    </dgm:pt>
    <dgm:pt modelId="{9C0BD2B7-4B4B-437E-A78D-FCB68FA3BD8C}" type="parTrans" cxnId="{2C643E53-E58E-40AC-9834-080D5C1A06B6}">
      <dgm:prSet/>
      <dgm:spPr/>
      <dgm:t>
        <a:bodyPr/>
        <a:lstStyle/>
        <a:p>
          <a:endParaRPr lang="en-US"/>
        </a:p>
      </dgm:t>
    </dgm:pt>
    <dgm:pt modelId="{EFB2F644-B663-4923-940A-E94BDADCA921}" type="sibTrans" cxnId="{2C643E53-E58E-40AC-9834-080D5C1A06B6}">
      <dgm:prSet/>
      <dgm:spPr/>
      <dgm:t>
        <a:bodyPr/>
        <a:lstStyle/>
        <a:p>
          <a:endParaRPr lang="en-US"/>
        </a:p>
      </dgm:t>
    </dgm:pt>
    <dgm:pt modelId="{4226BDBA-1E4B-47B7-B396-463721D1C19F}">
      <dgm:prSet/>
      <dgm:spPr/>
      <dgm:t>
        <a:bodyPr/>
        <a:lstStyle/>
        <a:p>
          <a:r>
            <a:rPr lang="en-US"/>
            <a:t>↓</a:t>
          </a:r>
        </a:p>
      </dgm:t>
    </dgm:pt>
    <dgm:pt modelId="{76B691D0-3099-4C22-B032-69A7A5E3C978}" type="parTrans" cxnId="{69D7EE89-1DA6-4A65-8AC6-1FCB0748CE23}">
      <dgm:prSet/>
      <dgm:spPr/>
      <dgm:t>
        <a:bodyPr/>
        <a:lstStyle/>
        <a:p>
          <a:endParaRPr lang="en-US"/>
        </a:p>
      </dgm:t>
    </dgm:pt>
    <dgm:pt modelId="{36B127FF-52C7-4DC3-82FE-4AA0197EC916}" type="sibTrans" cxnId="{69D7EE89-1DA6-4A65-8AC6-1FCB0748CE23}">
      <dgm:prSet/>
      <dgm:spPr/>
      <dgm:t>
        <a:bodyPr/>
        <a:lstStyle/>
        <a:p>
          <a:endParaRPr lang="en-US"/>
        </a:p>
      </dgm:t>
    </dgm:pt>
    <dgm:pt modelId="{1DBABD78-CDA3-4AE6-8F54-FD45014CA3F7}">
      <dgm:prSet/>
      <dgm:spPr/>
      <dgm:t>
        <a:bodyPr/>
        <a:lstStyle/>
        <a:p>
          <a:r>
            <a:rPr lang="en-US"/>
            <a:t>[Cropped Plate / Output Visualization]</a:t>
          </a:r>
        </a:p>
      </dgm:t>
    </dgm:pt>
    <dgm:pt modelId="{2901D30A-1C5F-4466-AF93-950D52B92126}" type="parTrans" cxnId="{36347A16-2FD4-4939-B645-AE0BD6D49D4B}">
      <dgm:prSet/>
      <dgm:spPr/>
      <dgm:t>
        <a:bodyPr/>
        <a:lstStyle/>
        <a:p>
          <a:endParaRPr lang="en-US"/>
        </a:p>
      </dgm:t>
    </dgm:pt>
    <dgm:pt modelId="{79B3E14C-3F86-414D-BB04-CC8AFE08BAB2}" type="sibTrans" cxnId="{36347A16-2FD4-4939-B645-AE0BD6D49D4B}">
      <dgm:prSet/>
      <dgm:spPr/>
      <dgm:t>
        <a:bodyPr/>
        <a:lstStyle/>
        <a:p>
          <a:endParaRPr lang="en-US"/>
        </a:p>
      </dgm:t>
    </dgm:pt>
    <dgm:pt modelId="{E2A33363-2FD9-0743-8813-12623B827AC7}" type="pres">
      <dgm:prSet presAssocID="{6E3700D6-5A39-4F28-9EB8-3143E438CD16}" presName="Name0" presStyleCnt="0">
        <dgm:presLayoutVars>
          <dgm:dir/>
          <dgm:animLvl val="lvl"/>
          <dgm:resizeHandles val="exact"/>
        </dgm:presLayoutVars>
      </dgm:prSet>
      <dgm:spPr/>
    </dgm:pt>
    <dgm:pt modelId="{9DCC3ACC-8DA3-434F-A132-73DDECC76FF7}" type="pres">
      <dgm:prSet presAssocID="{05EEDD80-D28B-43E8-B02E-445648511114}" presName="linNode" presStyleCnt="0"/>
      <dgm:spPr/>
    </dgm:pt>
    <dgm:pt modelId="{7386EE55-D6FC-9A45-A14D-BD8DF316189C}" type="pres">
      <dgm:prSet presAssocID="{05EEDD80-D28B-43E8-B02E-445648511114}" presName="parentText" presStyleLbl="node1" presStyleIdx="0" presStyleCnt="11">
        <dgm:presLayoutVars>
          <dgm:chMax val="1"/>
          <dgm:bulletEnabled val="1"/>
        </dgm:presLayoutVars>
      </dgm:prSet>
      <dgm:spPr/>
    </dgm:pt>
    <dgm:pt modelId="{8D044F74-4461-9A43-B695-2ADF8CE5E560}" type="pres">
      <dgm:prSet presAssocID="{5A26900F-D673-4606-8A5B-CC5AF2F3399E}" presName="sp" presStyleCnt="0"/>
      <dgm:spPr/>
    </dgm:pt>
    <dgm:pt modelId="{A18076F7-C2F2-E54F-9310-A0FFB9DD4D90}" type="pres">
      <dgm:prSet presAssocID="{92B4CA99-F716-4D39-9E49-4B1E9EFD942F}" presName="linNode" presStyleCnt="0"/>
      <dgm:spPr/>
    </dgm:pt>
    <dgm:pt modelId="{16DF28BF-ACF2-8145-BB74-C2AADF2B966C}" type="pres">
      <dgm:prSet presAssocID="{92B4CA99-F716-4D39-9E49-4B1E9EFD942F}" presName="parentText" presStyleLbl="node1" presStyleIdx="1" presStyleCnt="11">
        <dgm:presLayoutVars>
          <dgm:chMax val="1"/>
          <dgm:bulletEnabled val="1"/>
        </dgm:presLayoutVars>
      </dgm:prSet>
      <dgm:spPr/>
    </dgm:pt>
    <dgm:pt modelId="{8379A787-EB4A-EF48-81E0-85C3DFF47F56}" type="pres">
      <dgm:prSet presAssocID="{4E2CADF5-F661-49E9-80B8-E73928D85625}" presName="sp" presStyleCnt="0"/>
      <dgm:spPr/>
    </dgm:pt>
    <dgm:pt modelId="{A43A2D78-CC5C-BC4F-9E53-88BD8D63D22E}" type="pres">
      <dgm:prSet presAssocID="{B9BC810B-8047-4E7E-89F1-CDCEE44B51B1}" presName="linNode" presStyleCnt="0"/>
      <dgm:spPr/>
    </dgm:pt>
    <dgm:pt modelId="{B29D0B94-671F-104D-9540-5280D8428358}" type="pres">
      <dgm:prSet presAssocID="{B9BC810B-8047-4E7E-89F1-CDCEE44B51B1}" presName="parentText" presStyleLbl="node1" presStyleIdx="2" presStyleCnt="11">
        <dgm:presLayoutVars>
          <dgm:chMax val="1"/>
          <dgm:bulletEnabled val="1"/>
        </dgm:presLayoutVars>
      </dgm:prSet>
      <dgm:spPr/>
    </dgm:pt>
    <dgm:pt modelId="{66794B55-70C4-294D-B91B-0E17B3124FF9}" type="pres">
      <dgm:prSet presAssocID="{FF16E5D9-31F5-4BDA-88AB-E509B5E38B42}" presName="sp" presStyleCnt="0"/>
      <dgm:spPr/>
    </dgm:pt>
    <dgm:pt modelId="{4D6FE056-30C0-6C4A-8D5D-3ECF1F3466FE}" type="pres">
      <dgm:prSet presAssocID="{62EBAEF2-D57D-4521-8AEA-34E120213197}" presName="linNode" presStyleCnt="0"/>
      <dgm:spPr/>
    </dgm:pt>
    <dgm:pt modelId="{53CA579A-121B-3546-9622-2335C20ED17F}" type="pres">
      <dgm:prSet presAssocID="{62EBAEF2-D57D-4521-8AEA-34E120213197}" presName="parentText" presStyleLbl="node1" presStyleIdx="3" presStyleCnt="11">
        <dgm:presLayoutVars>
          <dgm:chMax val="1"/>
          <dgm:bulletEnabled val="1"/>
        </dgm:presLayoutVars>
      </dgm:prSet>
      <dgm:spPr/>
    </dgm:pt>
    <dgm:pt modelId="{B01CB2C3-9554-464E-94AD-0E9AC2931FC6}" type="pres">
      <dgm:prSet presAssocID="{76398FEA-A827-4D44-B116-2357C7716618}" presName="sp" presStyleCnt="0"/>
      <dgm:spPr/>
    </dgm:pt>
    <dgm:pt modelId="{12ED9944-CD75-1E40-AE3A-4D37A6067EFA}" type="pres">
      <dgm:prSet presAssocID="{04B4C50F-3B43-4278-B46B-8CB491A31250}" presName="linNode" presStyleCnt="0"/>
      <dgm:spPr/>
    </dgm:pt>
    <dgm:pt modelId="{D660E5FE-C2DF-C847-B00E-135C96017721}" type="pres">
      <dgm:prSet presAssocID="{04B4C50F-3B43-4278-B46B-8CB491A31250}" presName="parentText" presStyleLbl="node1" presStyleIdx="4" presStyleCnt="11">
        <dgm:presLayoutVars>
          <dgm:chMax val="1"/>
          <dgm:bulletEnabled val="1"/>
        </dgm:presLayoutVars>
      </dgm:prSet>
      <dgm:spPr/>
    </dgm:pt>
    <dgm:pt modelId="{4DF08FBC-919D-3447-BF78-A97E306B4128}" type="pres">
      <dgm:prSet presAssocID="{62FFF6C8-ADFF-471A-AEC9-62EF2CDFF53B}" presName="sp" presStyleCnt="0"/>
      <dgm:spPr/>
    </dgm:pt>
    <dgm:pt modelId="{5892FBE0-1626-6B4F-8673-F9C34DC4A45E}" type="pres">
      <dgm:prSet presAssocID="{370030CD-B1A8-431A-B654-8BD4AEA7DC70}" presName="linNode" presStyleCnt="0"/>
      <dgm:spPr/>
    </dgm:pt>
    <dgm:pt modelId="{05ADD82E-E854-4F41-A124-8343A54C9908}" type="pres">
      <dgm:prSet presAssocID="{370030CD-B1A8-431A-B654-8BD4AEA7DC70}" presName="parentText" presStyleLbl="node1" presStyleIdx="5" presStyleCnt="11">
        <dgm:presLayoutVars>
          <dgm:chMax val="1"/>
          <dgm:bulletEnabled val="1"/>
        </dgm:presLayoutVars>
      </dgm:prSet>
      <dgm:spPr/>
    </dgm:pt>
    <dgm:pt modelId="{436D0C99-9E2A-C549-BB11-FDF22CA06DD6}" type="pres">
      <dgm:prSet presAssocID="{6E3F061B-F1CB-4204-83F3-F12634F587E3}" presName="sp" presStyleCnt="0"/>
      <dgm:spPr/>
    </dgm:pt>
    <dgm:pt modelId="{2B16A098-5C6C-7B4A-AE7F-1C0EFE0A8DA7}" type="pres">
      <dgm:prSet presAssocID="{19D5EE10-9771-4823-870F-8635451A0A1D}" presName="linNode" presStyleCnt="0"/>
      <dgm:spPr/>
    </dgm:pt>
    <dgm:pt modelId="{DA38409E-AC91-8E46-8260-14AF37995D0B}" type="pres">
      <dgm:prSet presAssocID="{19D5EE10-9771-4823-870F-8635451A0A1D}" presName="parentText" presStyleLbl="node1" presStyleIdx="6" presStyleCnt="11">
        <dgm:presLayoutVars>
          <dgm:chMax val="1"/>
          <dgm:bulletEnabled val="1"/>
        </dgm:presLayoutVars>
      </dgm:prSet>
      <dgm:spPr/>
    </dgm:pt>
    <dgm:pt modelId="{7717A997-5C2A-9B4B-A70F-B784B4A2BE63}" type="pres">
      <dgm:prSet presAssocID="{7A7AAB32-BE54-49C3-8535-D08CA25036CC}" presName="sp" presStyleCnt="0"/>
      <dgm:spPr/>
    </dgm:pt>
    <dgm:pt modelId="{823600F7-062A-4841-B5FF-1DA77160551D}" type="pres">
      <dgm:prSet presAssocID="{ADA9F9F7-76A9-408B-935C-59BBE522E545}" presName="linNode" presStyleCnt="0"/>
      <dgm:spPr/>
    </dgm:pt>
    <dgm:pt modelId="{D8920BFB-5AE7-EF4C-B75B-D62E405D350B}" type="pres">
      <dgm:prSet presAssocID="{ADA9F9F7-76A9-408B-935C-59BBE522E545}" presName="parentText" presStyleLbl="node1" presStyleIdx="7" presStyleCnt="11">
        <dgm:presLayoutVars>
          <dgm:chMax val="1"/>
          <dgm:bulletEnabled val="1"/>
        </dgm:presLayoutVars>
      </dgm:prSet>
      <dgm:spPr/>
    </dgm:pt>
    <dgm:pt modelId="{44FCAC61-476A-CD4C-BDAA-EBB8D8695BBA}" type="pres">
      <dgm:prSet presAssocID="{87629EEC-E18C-49D7-BA48-D569A8E92E50}" presName="sp" presStyleCnt="0"/>
      <dgm:spPr/>
    </dgm:pt>
    <dgm:pt modelId="{EB0FBAB0-BCA2-9749-AED8-528D4C5FECEA}" type="pres">
      <dgm:prSet presAssocID="{7668A209-AE74-45C0-8EEF-F02F25E03D39}" presName="linNode" presStyleCnt="0"/>
      <dgm:spPr/>
    </dgm:pt>
    <dgm:pt modelId="{B585F568-4A0E-2E43-B7C5-7ADFAB1A6973}" type="pres">
      <dgm:prSet presAssocID="{7668A209-AE74-45C0-8EEF-F02F25E03D39}" presName="parentText" presStyleLbl="node1" presStyleIdx="8" presStyleCnt="11">
        <dgm:presLayoutVars>
          <dgm:chMax val="1"/>
          <dgm:bulletEnabled val="1"/>
        </dgm:presLayoutVars>
      </dgm:prSet>
      <dgm:spPr/>
    </dgm:pt>
    <dgm:pt modelId="{512CC0CF-5B05-E542-BF62-E154963A86EA}" type="pres">
      <dgm:prSet presAssocID="{EFB2F644-B663-4923-940A-E94BDADCA921}" presName="sp" presStyleCnt="0"/>
      <dgm:spPr/>
    </dgm:pt>
    <dgm:pt modelId="{0FE08F5C-B7AF-074F-9201-5F044F3C2862}" type="pres">
      <dgm:prSet presAssocID="{4226BDBA-1E4B-47B7-B396-463721D1C19F}" presName="linNode" presStyleCnt="0"/>
      <dgm:spPr/>
    </dgm:pt>
    <dgm:pt modelId="{A32867BF-49CA-544F-868B-27555C1FE0E7}" type="pres">
      <dgm:prSet presAssocID="{4226BDBA-1E4B-47B7-B396-463721D1C19F}" presName="parentText" presStyleLbl="node1" presStyleIdx="9" presStyleCnt="11">
        <dgm:presLayoutVars>
          <dgm:chMax val="1"/>
          <dgm:bulletEnabled val="1"/>
        </dgm:presLayoutVars>
      </dgm:prSet>
      <dgm:spPr/>
    </dgm:pt>
    <dgm:pt modelId="{BF5A3E26-AD57-7F47-AA18-7D5C6CCB3F32}" type="pres">
      <dgm:prSet presAssocID="{36B127FF-52C7-4DC3-82FE-4AA0197EC916}" presName="sp" presStyleCnt="0"/>
      <dgm:spPr/>
    </dgm:pt>
    <dgm:pt modelId="{D03A3B6B-B07C-3147-ABD4-E81CF881637A}" type="pres">
      <dgm:prSet presAssocID="{1DBABD78-CDA3-4AE6-8F54-FD45014CA3F7}" presName="linNode" presStyleCnt="0"/>
      <dgm:spPr/>
    </dgm:pt>
    <dgm:pt modelId="{7CA56371-61BD-7E4F-9EF7-118F931ECF23}" type="pres">
      <dgm:prSet presAssocID="{1DBABD78-CDA3-4AE6-8F54-FD45014CA3F7}" presName="parentText" presStyleLbl="node1" presStyleIdx="10" presStyleCnt="11">
        <dgm:presLayoutVars>
          <dgm:chMax val="1"/>
          <dgm:bulletEnabled val="1"/>
        </dgm:presLayoutVars>
      </dgm:prSet>
      <dgm:spPr/>
    </dgm:pt>
  </dgm:ptLst>
  <dgm:cxnLst>
    <dgm:cxn modelId="{36347A16-2FD4-4939-B645-AE0BD6D49D4B}" srcId="{6E3700D6-5A39-4F28-9EB8-3143E438CD16}" destId="{1DBABD78-CDA3-4AE6-8F54-FD45014CA3F7}" srcOrd="10" destOrd="0" parTransId="{2901D30A-1C5F-4466-AF93-950D52B92126}" sibTransId="{79B3E14C-3F86-414D-BB04-CC8AFE08BAB2}"/>
    <dgm:cxn modelId="{4DD60928-8F6B-3344-82AA-D0B348949586}" type="presOf" srcId="{19D5EE10-9771-4823-870F-8635451A0A1D}" destId="{DA38409E-AC91-8E46-8260-14AF37995D0B}" srcOrd="0" destOrd="0" presId="urn:microsoft.com/office/officeart/2005/8/layout/vList5"/>
    <dgm:cxn modelId="{802D6E29-B947-4277-B1EA-4DD1FB3CE468}" srcId="{6E3700D6-5A39-4F28-9EB8-3143E438CD16}" destId="{62EBAEF2-D57D-4521-8AEA-34E120213197}" srcOrd="3" destOrd="0" parTransId="{3CEFA356-34E3-4932-A354-39F2D1277843}" sibTransId="{76398FEA-A827-4D44-B116-2357C7716618}"/>
    <dgm:cxn modelId="{E4562C30-4432-4EBC-8F0A-2241F4B53642}" srcId="{6E3700D6-5A39-4F28-9EB8-3143E438CD16}" destId="{B9BC810B-8047-4E7E-89F1-CDCEE44B51B1}" srcOrd="2" destOrd="0" parTransId="{D427252C-5395-460B-B72B-E4B1B9EA8DFF}" sibTransId="{FF16E5D9-31F5-4BDA-88AB-E509B5E38B42}"/>
    <dgm:cxn modelId="{05567932-28D3-8143-8BB1-1813F9A76CDF}" type="presOf" srcId="{4226BDBA-1E4B-47B7-B396-463721D1C19F}" destId="{A32867BF-49CA-544F-868B-27555C1FE0E7}" srcOrd="0" destOrd="0" presId="urn:microsoft.com/office/officeart/2005/8/layout/vList5"/>
    <dgm:cxn modelId="{AD213C33-CE92-495A-9C8A-50946FB672AB}" srcId="{6E3700D6-5A39-4F28-9EB8-3143E438CD16}" destId="{ADA9F9F7-76A9-408B-935C-59BBE522E545}" srcOrd="7" destOrd="0" parTransId="{1CB6A79D-1FD3-4FC8-AA48-9D5D2E00CD8E}" sibTransId="{87629EEC-E18C-49D7-BA48-D569A8E92E50}"/>
    <dgm:cxn modelId="{2C643E53-E58E-40AC-9834-080D5C1A06B6}" srcId="{6E3700D6-5A39-4F28-9EB8-3143E438CD16}" destId="{7668A209-AE74-45C0-8EEF-F02F25E03D39}" srcOrd="8" destOrd="0" parTransId="{9C0BD2B7-4B4B-437E-A78D-FCB68FA3BD8C}" sibTransId="{EFB2F644-B663-4923-940A-E94BDADCA921}"/>
    <dgm:cxn modelId="{34F7DC54-2A35-864E-874D-98312CE146A6}" type="presOf" srcId="{6E3700D6-5A39-4F28-9EB8-3143E438CD16}" destId="{E2A33363-2FD9-0743-8813-12623B827AC7}" srcOrd="0" destOrd="0" presId="urn:microsoft.com/office/officeart/2005/8/layout/vList5"/>
    <dgm:cxn modelId="{3D7D6D57-CBC9-C343-BE39-B2588CE05E39}" type="presOf" srcId="{7668A209-AE74-45C0-8EEF-F02F25E03D39}" destId="{B585F568-4A0E-2E43-B7C5-7ADFAB1A6973}" srcOrd="0" destOrd="0" presId="urn:microsoft.com/office/officeart/2005/8/layout/vList5"/>
    <dgm:cxn modelId="{85CEF367-D6FA-B644-8A7C-29B6795CEE8F}" type="presOf" srcId="{04B4C50F-3B43-4278-B46B-8CB491A31250}" destId="{D660E5FE-C2DF-C847-B00E-135C96017721}" srcOrd="0" destOrd="0" presId="urn:microsoft.com/office/officeart/2005/8/layout/vList5"/>
    <dgm:cxn modelId="{3339D677-6C02-584D-97F8-13F92E9ECBF9}" type="presOf" srcId="{05EEDD80-D28B-43E8-B02E-445648511114}" destId="{7386EE55-D6FC-9A45-A14D-BD8DF316189C}" srcOrd="0" destOrd="0" presId="urn:microsoft.com/office/officeart/2005/8/layout/vList5"/>
    <dgm:cxn modelId="{5AF6627F-2968-4A48-9C4A-6A71F2A31C53}" type="presOf" srcId="{ADA9F9F7-76A9-408B-935C-59BBE522E545}" destId="{D8920BFB-5AE7-EF4C-B75B-D62E405D350B}" srcOrd="0" destOrd="0" presId="urn:microsoft.com/office/officeart/2005/8/layout/vList5"/>
    <dgm:cxn modelId="{69D7EE89-1DA6-4A65-8AC6-1FCB0748CE23}" srcId="{6E3700D6-5A39-4F28-9EB8-3143E438CD16}" destId="{4226BDBA-1E4B-47B7-B396-463721D1C19F}" srcOrd="9" destOrd="0" parTransId="{76B691D0-3099-4C22-B032-69A7A5E3C978}" sibTransId="{36B127FF-52C7-4DC3-82FE-4AA0197EC916}"/>
    <dgm:cxn modelId="{03F54F8A-67FD-1245-8E12-A1DA8C521EC5}" type="presOf" srcId="{92B4CA99-F716-4D39-9E49-4B1E9EFD942F}" destId="{16DF28BF-ACF2-8145-BB74-C2AADF2B966C}" srcOrd="0" destOrd="0" presId="urn:microsoft.com/office/officeart/2005/8/layout/vList5"/>
    <dgm:cxn modelId="{04117193-7677-484B-B4C6-4EC064AC1459}" srcId="{6E3700D6-5A39-4F28-9EB8-3143E438CD16}" destId="{370030CD-B1A8-431A-B654-8BD4AEA7DC70}" srcOrd="5" destOrd="0" parTransId="{BACA8679-B130-4CB7-B2F0-65D2FB9871B2}" sibTransId="{6E3F061B-F1CB-4204-83F3-F12634F587E3}"/>
    <dgm:cxn modelId="{9A299CA6-24A9-E144-A69C-A34EED0A5AA9}" type="presOf" srcId="{1DBABD78-CDA3-4AE6-8F54-FD45014CA3F7}" destId="{7CA56371-61BD-7E4F-9EF7-118F931ECF23}" srcOrd="0" destOrd="0" presId="urn:microsoft.com/office/officeart/2005/8/layout/vList5"/>
    <dgm:cxn modelId="{7B68B1B1-9017-734E-8C2B-F056922A185D}" type="presOf" srcId="{62EBAEF2-D57D-4521-8AEA-34E120213197}" destId="{53CA579A-121B-3546-9622-2335C20ED17F}" srcOrd="0" destOrd="0" presId="urn:microsoft.com/office/officeart/2005/8/layout/vList5"/>
    <dgm:cxn modelId="{B175D0B2-2E81-6641-A7E6-68E786B482DA}" type="presOf" srcId="{B9BC810B-8047-4E7E-89F1-CDCEE44B51B1}" destId="{B29D0B94-671F-104D-9540-5280D8428358}" srcOrd="0" destOrd="0" presId="urn:microsoft.com/office/officeart/2005/8/layout/vList5"/>
    <dgm:cxn modelId="{79E180BF-098D-4911-A8AB-13168B87000C}" srcId="{6E3700D6-5A39-4F28-9EB8-3143E438CD16}" destId="{04B4C50F-3B43-4278-B46B-8CB491A31250}" srcOrd="4" destOrd="0" parTransId="{EEBF1FA3-9D33-4E1F-B82F-C7CFEE976362}" sibTransId="{62FFF6C8-ADFF-471A-AEC9-62EF2CDFF53B}"/>
    <dgm:cxn modelId="{0E4E18C1-1122-B248-81CA-382AE227D97D}" type="presOf" srcId="{370030CD-B1A8-431A-B654-8BD4AEA7DC70}" destId="{05ADD82E-E854-4F41-A124-8343A54C9908}" srcOrd="0" destOrd="0" presId="urn:microsoft.com/office/officeart/2005/8/layout/vList5"/>
    <dgm:cxn modelId="{54E927C5-306C-4731-9F36-D99B5AA720EB}" srcId="{6E3700D6-5A39-4F28-9EB8-3143E438CD16}" destId="{92B4CA99-F716-4D39-9E49-4B1E9EFD942F}" srcOrd="1" destOrd="0" parTransId="{4F86988D-358F-42F2-BB15-9F49348CB69B}" sibTransId="{4E2CADF5-F661-49E9-80B8-E73928D85625}"/>
    <dgm:cxn modelId="{B876F3D3-D526-4A14-8BD1-4CDB5B19EC7F}" srcId="{6E3700D6-5A39-4F28-9EB8-3143E438CD16}" destId="{05EEDD80-D28B-43E8-B02E-445648511114}" srcOrd="0" destOrd="0" parTransId="{3C258F7D-82BE-442C-8D75-724B5503DFC0}" sibTransId="{5A26900F-D673-4606-8A5B-CC5AF2F3399E}"/>
    <dgm:cxn modelId="{E0E48AD5-1A93-4567-9623-CE4503E0529A}" srcId="{6E3700D6-5A39-4F28-9EB8-3143E438CD16}" destId="{19D5EE10-9771-4823-870F-8635451A0A1D}" srcOrd="6" destOrd="0" parTransId="{8CFC78E8-54DA-4A3A-8F2C-F71EC50979E7}" sibTransId="{7A7AAB32-BE54-49C3-8535-D08CA25036CC}"/>
    <dgm:cxn modelId="{E3C1D95D-AAAC-3449-8B8A-52BB75D20FD3}" type="presParOf" srcId="{E2A33363-2FD9-0743-8813-12623B827AC7}" destId="{9DCC3ACC-8DA3-434F-A132-73DDECC76FF7}" srcOrd="0" destOrd="0" presId="urn:microsoft.com/office/officeart/2005/8/layout/vList5"/>
    <dgm:cxn modelId="{6EA1D90F-772B-FB4F-966C-F372D7FDF00B}" type="presParOf" srcId="{9DCC3ACC-8DA3-434F-A132-73DDECC76FF7}" destId="{7386EE55-D6FC-9A45-A14D-BD8DF316189C}" srcOrd="0" destOrd="0" presId="urn:microsoft.com/office/officeart/2005/8/layout/vList5"/>
    <dgm:cxn modelId="{558B4523-3E25-6841-B4AF-471B65524671}" type="presParOf" srcId="{E2A33363-2FD9-0743-8813-12623B827AC7}" destId="{8D044F74-4461-9A43-B695-2ADF8CE5E560}" srcOrd="1" destOrd="0" presId="urn:microsoft.com/office/officeart/2005/8/layout/vList5"/>
    <dgm:cxn modelId="{57174F92-3B34-E045-8520-8E6622353C48}" type="presParOf" srcId="{E2A33363-2FD9-0743-8813-12623B827AC7}" destId="{A18076F7-C2F2-E54F-9310-A0FFB9DD4D90}" srcOrd="2" destOrd="0" presId="urn:microsoft.com/office/officeart/2005/8/layout/vList5"/>
    <dgm:cxn modelId="{5CFC43C2-E8C6-3B4E-BE93-4BE75EE49B22}" type="presParOf" srcId="{A18076F7-C2F2-E54F-9310-A0FFB9DD4D90}" destId="{16DF28BF-ACF2-8145-BB74-C2AADF2B966C}" srcOrd="0" destOrd="0" presId="urn:microsoft.com/office/officeart/2005/8/layout/vList5"/>
    <dgm:cxn modelId="{AD24439A-1FD0-AB49-8717-9EFAB6BC381C}" type="presParOf" srcId="{E2A33363-2FD9-0743-8813-12623B827AC7}" destId="{8379A787-EB4A-EF48-81E0-85C3DFF47F56}" srcOrd="3" destOrd="0" presId="urn:microsoft.com/office/officeart/2005/8/layout/vList5"/>
    <dgm:cxn modelId="{8070BBE5-2838-2C43-9432-D44B3A94C5D5}" type="presParOf" srcId="{E2A33363-2FD9-0743-8813-12623B827AC7}" destId="{A43A2D78-CC5C-BC4F-9E53-88BD8D63D22E}" srcOrd="4" destOrd="0" presId="urn:microsoft.com/office/officeart/2005/8/layout/vList5"/>
    <dgm:cxn modelId="{F9C108AC-40E0-2F4C-A5DE-C50F70716B85}" type="presParOf" srcId="{A43A2D78-CC5C-BC4F-9E53-88BD8D63D22E}" destId="{B29D0B94-671F-104D-9540-5280D8428358}" srcOrd="0" destOrd="0" presId="urn:microsoft.com/office/officeart/2005/8/layout/vList5"/>
    <dgm:cxn modelId="{CDA669D0-BF42-B349-BEB8-4C4D94C7C6FD}" type="presParOf" srcId="{E2A33363-2FD9-0743-8813-12623B827AC7}" destId="{66794B55-70C4-294D-B91B-0E17B3124FF9}" srcOrd="5" destOrd="0" presId="urn:microsoft.com/office/officeart/2005/8/layout/vList5"/>
    <dgm:cxn modelId="{4835AA65-2845-FB4D-9F7E-B2355868F2C5}" type="presParOf" srcId="{E2A33363-2FD9-0743-8813-12623B827AC7}" destId="{4D6FE056-30C0-6C4A-8D5D-3ECF1F3466FE}" srcOrd="6" destOrd="0" presId="urn:microsoft.com/office/officeart/2005/8/layout/vList5"/>
    <dgm:cxn modelId="{F075A18B-2344-2146-81E7-8C5E524D1DBD}" type="presParOf" srcId="{4D6FE056-30C0-6C4A-8D5D-3ECF1F3466FE}" destId="{53CA579A-121B-3546-9622-2335C20ED17F}" srcOrd="0" destOrd="0" presId="urn:microsoft.com/office/officeart/2005/8/layout/vList5"/>
    <dgm:cxn modelId="{811823FE-659D-CE4F-92AD-487ED4AB3450}" type="presParOf" srcId="{E2A33363-2FD9-0743-8813-12623B827AC7}" destId="{B01CB2C3-9554-464E-94AD-0E9AC2931FC6}" srcOrd="7" destOrd="0" presId="urn:microsoft.com/office/officeart/2005/8/layout/vList5"/>
    <dgm:cxn modelId="{14B9FC71-4214-5F45-882F-4A44B7444CAD}" type="presParOf" srcId="{E2A33363-2FD9-0743-8813-12623B827AC7}" destId="{12ED9944-CD75-1E40-AE3A-4D37A6067EFA}" srcOrd="8" destOrd="0" presId="urn:microsoft.com/office/officeart/2005/8/layout/vList5"/>
    <dgm:cxn modelId="{2E3C1E6E-9451-F940-BD0F-AF2B93227938}" type="presParOf" srcId="{12ED9944-CD75-1E40-AE3A-4D37A6067EFA}" destId="{D660E5FE-C2DF-C847-B00E-135C96017721}" srcOrd="0" destOrd="0" presId="urn:microsoft.com/office/officeart/2005/8/layout/vList5"/>
    <dgm:cxn modelId="{F6E99310-8E38-AB45-B688-683710C70B75}" type="presParOf" srcId="{E2A33363-2FD9-0743-8813-12623B827AC7}" destId="{4DF08FBC-919D-3447-BF78-A97E306B4128}" srcOrd="9" destOrd="0" presId="urn:microsoft.com/office/officeart/2005/8/layout/vList5"/>
    <dgm:cxn modelId="{E38DA592-EB0B-DC4E-8B3A-F58CBBCF8D8C}" type="presParOf" srcId="{E2A33363-2FD9-0743-8813-12623B827AC7}" destId="{5892FBE0-1626-6B4F-8673-F9C34DC4A45E}" srcOrd="10" destOrd="0" presId="urn:microsoft.com/office/officeart/2005/8/layout/vList5"/>
    <dgm:cxn modelId="{12A31F65-8E70-0D4C-BB69-A7DD53100400}" type="presParOf" srcId="{5892FBE0-1626-6B4F-8673-F9C34DC4A45E}" destId="{05ADD82E-E854-4F41-A124-8343A54C9908}" srcOrd="0" destOrd="0" presId="urn:microsoft.com/office/officeart/2005/8/layout/vList5"/>
    <dgm:cxn modelId="{D3CF63DD-F821-344C-A7C3-554EA7525048}" type="presParOf" srcId="{E2A33363-2FD9-0743-8813-12623B827AC7}" destId="{436D0C99-9E2A-C549-BB11-FDF22CA06DD6}" srcOrd="11" destOrd="0" presId="urn:microsoft.com/office/officeart/2005/8/layout/vList5"/>
    <dgm:cxn modelId="{6D4D5FA7-6A7F-644A-AE9D-E35B1CD043F3}" type="presParOf" srcId="{E2A33363-2FD9-0743-8813-12623B827AC7}" destId="{2B16A098-5C6C-7B4A-AE7F-1C0EFE0A8DA7}" srcOrd="12" destOrd="0" presId="urn:microsoft.com/office/officeart/2005/8/layout/vList5"/>
    <dgm:cxn modelId="{20C99159-95AE-FB4A-BDCC-1D918A78BDEE}" type="presParOf" srcId="{2B16A098-5C6C-7B4A-AE7F-1C0EFE0A8DA7}" destId="{DA38409E-AC91-8E46-8260-14AF37995D0B}" srcOrd="0" destOrd="0" presId="urn:microsoft.com/office/officeart/2005/8/layout/vList5"/>
    <dgm:cxn modelId="{6FC5B66A-18D2-4445-9810-036A134D8B03}" type="presParOf" srcId="{E2A33363-2FD9-0743-8813-12623B827AC7}" destId="{7717A997-5C2A-9B4B-A70F-B784B4A2BE63}" srcOrd="13" destOrd="0" presId="urn:microsoft.com/office/officeart/2005/8/layout/vList5"/>
    <dgm:cxn modelId="{25771A1B-39A3-5A49-8BC4-EA1344ABF308}" type="presParOf" srcId="{E2A33363-2FD9-0743-8813-12623B827AC7}" destId="{823600F7-062A-4841-B5FF-1DA77160551D}" srcOrd="14" destOrd="0" presId="urn:microsoft.com/office/officeart/2005/8/layout/vList5"/>
    <dgm:cxn modelId="{227DDAA5-6497-EF42-BAFE-3B67F6ECA0EB}" type="presParOf" srcId="{823600F7-062A-4841-B5FF-1DA77160551D}" destId="{D8920BFB-5AE7-EF4C-B75B-D62E405D350B}" srcOrd="0" destOrd="0" presId="urn:microsoft.com/office/officeart/2005/8/layout/vList5"/>
    <dgm:cxn modelId="{B086B5E2-C549-C74D-91BC-D8C8FBA3D2C7}" type="presParOf" srcId="{E2A33363-2FD9-0743-8813-12623B827AC7}" destId="{44FCAC61-476A-CD4C-BDAA-EBB8D8695BBA}" srcOrd="15" destOrd="0" presId="urn:microsoft.com/office/officeart/2005/8/layout/vList5"/>
    <dgm:cxn modelId="{042F3627-A0E0-5F42-BC28-B952B3A57D90}" type="presParOf" srcId="{E2A33363-2FD9-0743-8813-12623B827AC7}" destId="{EB0FBAB0-BCA2-9749-AED8-528D4C5FECEA}" srcOrd="16" destOrd="0" presId="urn:microsoft.com/office/officeart/2005/8/layout/vList5"/>
    <dgm:cxn modelId="{B30F6668-26FE-EE4A-A6ED-43709B3ECB8F}" type="presParOf" srcId="{EB0FBAB0-BCA2-9749-AED8-528D4C5FECEA}" destId="{B585F568-4A0E-2E43-B7C5-7ADFAB1A6973}" srcOrd="0" destOrd="0" presId="urn:microsoft.com/office/officeart/2005/8/layout/vList5"/>
    <dgm:cxn modelId="{7D7D33A6-1E8A-614E-A92F-597B2D1A7689}" type="presParOf" srcId="{E2A33363-2FD9-0743-8813-12623B827AC7}" destId="{512CC0CF-5B05-E542-BF62-E154963A86EA}" srcOrd="17" destOrd="0" presId="urn:microsoft.com/office/officeart/2005/8/layout/vList5"/>
    <dgm:cxn modelId="{50611F29-76AB-754F-94AC-836EBD108290}" type="presParOf" srcId="{E2A33363-2FD9-0743-8813-12623B827AC7}" destId="{0FE08F5C-B7AF-074F-9201-5F044F3C2862}" srcOrd="18" destOrd="0" presId="urn:microsoft.com/office/officeart/2005/8/layout/vList5"/>
    <dgm:cxn modelId="{A3289D12-2E0E-2346-A07E-10B47D65DA43}" type="presParOf" srcId="{0FE08F5C-B7AF-074F-9201-5F044F3C2862}" destId="{A32867BF-49CA-544F-868B-27555C1FE0E7}" srcOrd="0" destOrd="0" presId="urn:microsoft.com/office/officeart/2005/8/layout/vList5"/>
    <dgm:cxn modelId="{2B25629A-BFC7-3E49-B379-B61F0E618F57}" type="presParOf" srcId="{E2A33363-2FD9-0743-8813-12623B827AC7}" destId="{BF5A3E26-AD57-7F47-AA18-7D5C6CCB3F32}" srcOrd="19" destOrd="0" presId="urn:microsoft.com/office/officeart/2005/8/layout/vList5"/>
    <dgm:cxn modelId="{238FCF6A-F8E2-2F4B-90D2-C79DF4AE544B}" type="presParOf" srcId="{E2A33363-2FD9-0743-8813-12623B827AC7}" destId="{D03A3B6B-B07C-3147-ABD4-E81CF881637A}" srcOrd="20" destOrd="0" presId="urn:microsoft.com/office/officeart/2005/8/layout/vList5"/>
    <dgm:cxn modelId="{79434AC6-AA97-8548-BE75-B8171CDB2070}" type="presParOf" srcId="{D03A3B6B-B07C-3147-ABD4-E81CF881637A}" destId="{7CA56371-61BD-7E4F-9EF7-118F931ECF2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8211E8-23B4-4655-8727-3CC6EAE59A3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A1EDF1-EE95-4B89-8280-D2807979AEF1}">
      <dgm:prSet/>
      <dgm:spPr/>
      <dgm:t>
        <a:bodyPr/>
        <a:lstStyle/>
        <a:p>
          <a:r>
            <a:rPr lang="en-US" b="1"/>
            <a:t>Compute:</a:t>
          </a:r>
          <a:r>
            <a:rPr lang="en-US"/>
            <a:t> Google Colab (GPU T4 / A100)</a:t>
          </a:r>
        </a:p>
      </dgm:t>
    </dgm:pt>
    <dgm:pt modelId="{F616AFC1-9EF8-4624-AB77-71A44A910370}" type="parTrans" cxnId="{437C9FD9-137D-466D-984F-482A160144D5}">
      <dgm:prSet/>
      <dgm:spPr/>
      <dgm:t>
        <a:bodyPr/>
        <a:lstStyle/>
        <a:p>
          <a:endParaRPr lang="en-US"/>
        </a:p>
      </dgm:t>
    </dgm:pt>
    <dgm:pt modelId="{AB8054E5-9DFE-43CC-BF93-619DCE822F25}" type="sibTrans" cxnId="{437C9FD9-137D-466D-984F-482A160144D5}">
      <dgm:prSet/>
      <dgm:spPr/>
      <dgm:t>
        <a:bodyPr/>
        <a:lstStyle/>
        <a:p>
          <a:endParaRPr lang="en-US"/>
        </a:p>
      </dgm:t>
    </dgm:pt>
    <dgm:pt modelId="{F2500D33-6B64-40F0-AAC7-96E2A95B1763}">
      <dgm:prSet/>
      <dgm:spPr/>
      <dgm:t>
        <a:bodyPr/>
        <a:lstStyle/>
        <a:p>
          <a:r>
            <a:rPr lang="en-US" b="1" dirty="0"/>
            <a:t>Libraries:</a:t>
          </a:r>
          <a:r>
            <a:rPr lang="en-US" dirty="0"/>
            <a:t> TensorFlow, </a:t>
          </a:r>
          <a:r>
            <a:rPr lang="en-US" dirty="0" err="1"/>
            <a:t>Ultralytics</a:t>
          </a:r>
          <a:r>
            <a:rPr lang="en-US" dirty="0"/>
            <a:t>, OpenCV, Matplotlib</a:t>
          </a:r>
        </a:p>
      </dgm:t>
    </dgm:pt>
    <dgm:pt modelId="{8A3DC265-4277-4917-AB06-7676FAFFE4A2}" type="parTrans" cxnId="{037E0E6C-FE54-4B94-AB7C-FF3A62BE0AD7}">
      <dgm:prSet/>
      <dgm:spPr/>
      <dgm:t>
        <a:bodyPr/>
        <a:lstStyle/>
        <a:p>
          <a:endParaRPr lang="en-US"/>
        </a:p>
      </dgm:t>
    </dgm:pt>
    <dgm:pt modelId="{F21D4B8D-4864-4F57-BF97-5CBCC217AE3C}" type="sibTrans" cxnId="{037E0E6C-FE54-4B94-AB7C-FF3A62BE0AD7}">
      <dgm:prSet/>
      <dgm:spPr/>
      <dgm:t>
        <a:bodyPr/>
        <a:lstStyle/>
        <a:p>
          <a:endParaRPr lang="en-US"/>
        </a:p>
      </dgm:t>
    </dgm:pt>
    <dgm:pt modelId="{C77C204F-DC53-498D-9546-9E7DF9A52910}">
      <dgm:prSet/>
      <dgm:spPr/>
      <dgm:t>
        <a:bodyPr/>
        <a:lstStyle/>
        <a:p>
          <a:r>
            <a:rPr lang="en-US" b="1"/>
            <a:t>Data Tools:</a:t>
          </a:r>
          <a:r>
            <a:rPr lang="en-US"/>
            <a:t> Kaggle, Roboflow</a:t>
          </a:r>
        </a:p>
      </dgm:t>
    </dgm:pt>
    <dgm:pt modelId="{76EF32B2-02BC-4DBA-8C1A-7A2CCA9F3BA2}" type="parTrans" cxnId="{190FD188-5DB7-4E63-B855-EF64B3107D11}">
      <dgm:prSet/>
      <dgm:spPr/>
      <dgm:t>
        <a:bodyPr/>
        <a:lstStyle/>
        <a:p>
          <a:endParaRPr lang="en-US"/>
        </a:p>
      </dgm:t>
    </dgm:pt>
    <dgm:pt modelId="{A663304C-595E-405A-97DF-00F418287581}" type="sibTrans" cxnId="{190FD188-5DB7-4E63-B855-EF64B3107D11}">
      <dgm:prSet/>
      <dgm:spPr/>
      <dgm:t>
        <a:bodyPr/>
        <a:lstStyle/>
        <a:p>
          <a:endParaRPr lang="en-US"/>
        </a:p>
      </dgm:t>
    </dgm:pt>
    <dgm:pt modelId="{96F720E1-F0C6-4ACE-9917-2BED3CD9189A}">
      <dgm:prSet/>
      <dgm:spPr/>
      <dgm:t>
        <a:bodyPr/>
        <a:lstStyle/>
        <a:p>
          <a:r>
            <a:rPr lang="en-US" b="1"/>
            <a:t>Cost:</a:t>
          </a:r>
          <a:r>
            <a:rPr lang="en-US"/>
            <a:t> $0 (fully open-source)</a:t>
          </a:r>
        </a:p>
      </dgm:t>
    </dgm:pt>
    <dgm:pt modelId="{DF3A0350-127D-4469-A56A-266F9E20CE8E}" type="parTrans" cxnId="{DD087DF5-7DB7-484D-9B83-D6DF751242ED}">
      <dgm:prSet/>
      <dgm:spPr/>
      <dgm:t>
        <a:bodyPr/>
        <a:lstStyle/>
        <a:p>
          <a:endParaRPr lang="en-US"/>
        </a:p>
      </dgm:t>
    </dgm:pt>
    <dgm:pt modelId="{BF4A5E2E-B3C6-4F80-B7BD-FF9F66584EDD}" type="sibTrans" cxnId="{DD087DF5-7DB7-484D-9B83-D6DF751242ED}">
      <dgm:prSet/>
      <dgm:spPr/>
      <dgm:t>
        <a:bodyPr/>
        <a:lstStyle/>
        <a:p>
          <a:endParaRPr lang="en-US"/>
        </a:p>
      </dgm:t>
    </dgm:pt>
    <dgm:pt modelId="{C45B33FF-75C7-4B27-AA36-AC67A2EE4D09}">
      <dgm:prSet/>
      <dgm:spPr/>
      <dgm:t>
        <a:bodyPr/>
        <a:lstStyle/>
        <a:p>
          <a:r>
            <a:rPr lang="en-US" b="1"/>
            <a:t>Estimated Training Time:</a:t>
          </a:r>
          <a:r>
            <a:rPr lang="en-US"/>
            <a:t> ~3 hours per epoch on Colab GPU</a:t>
          </a:r>
        </a:p>
      </dgm:t>
    </dgm:pt>
    <dgm:pt modelId="{D7F1CD30-F957-4145-B577-6A5B93499156}" type="parTrans" cxnId="{7FEF929B-479B-4C82-A77D-DAFA52917980}">
      <dgm:prSet/>
      <dgm:spPr/>
      <dgm:t>
        <a:bodyPr/>
        <a:lstStyle/>
        <a:p>
          <a:endParaRPr lang="en-US"/>
        </a:p>
      </dgm:t>
    </dgm:pt>
    <dgm:pt modelId="{22A846FE-D2DB-4E8D-99E8-2565E40D5DB1}" type="sibTrans" cxnId="{7FEF929B-479B-4C82-A77D-DAFA52917980}">
      <dgm:prSet/>
      <dgm:spPr/>
      <dgm:t>
        <a:bodyPr/>
        <a:lstStyle/>
        <a:p>
          <a:endParaRPr lang="en-US"/>
        </a:p>
      </dgm:t>
    </dgm:pt>
    <dgm:pt modelId="{B4FAAD8A-FCF1-4547-A320-59A8AC2AA439}" type="pres">
      <dgm:prSet presAssocID="{F58211E8-23B4-4655-8727-3CC6EAE59A3C}" presName="outerComposite" presStyleCnt="0">
        <dgm:presLayoutVars>
          <dgm:chMax val="5"/>
          <dgm:dir/>
          <dgm:resizeHandles val="exact"/>
        </dgm:presLayoutVars>
      </dgm:prSet>
      <dgm:spPr/>
    </dgm:pt>
    <dgm:pt modelId="{0E4D38EC-5824-964A-8299-78683A6080C3}" type="pres">
      <dgm:prSet presAssocID="{F58211E8-23B4-4655-8727-3CC6EAE59A3C}" presName="dummyMaxCanvas" presStyleCnt="0">
        <dgm:presLayoutVars/>
      </dgm:prSet>
      <dgm:spPr/>
    </dgm:pt>
    <dgm:pt modelId="{36CB8250-68BD-7944-95D9-5E48C9FB1745}" type="pres">
      <dgm:prSet presAssocID="{F58211E8-23B4-4655-8727-3CC6EAE59A3C}" presName="FiveNodes_1" presStyleLbl="node1" presStyleIdx="0" presStyleCnt="5">
        <dgm:presLayoutVars>
          <dgm:bulletEnabled val="1"/>
        </dgm:presLayoutVars>
      </dgm:prSet>
      <dgm:spPr/>
    </dgm:pt>
    <dgm:pt modelId="{A6411E78-A29B-7342-9AC7-9FE288B6EA39}" type="pres">
      <dgm:prSet presAssocID="{F58211E8-23B4-4655-8727-3CC6EAE59A3C}" presName="FiveNodes_2" presStyleLbl="node1" presStyleIdx="1" presStyleCnt="5">
        <dgm:presLayoutVars>
          <dgm:bulletEnabled val="1"/>
        </dgm:presLayoutVars>
      </dgm:prSet>
      <dgm:spPr/>
    </dgm:pt>
    <dgm:pt modelId="{A8CABD1A-62B4-E94C-A8AD-AD9788F97E4F}" type="pres">
      <dgm:prSet presAssocID="{F58211E8-23B4-4655-8727-3CC6EAE59A3C}" presName="FiveNodes_3" presStyleLbl="node1" presStyleIdx="2" presStyleCnt="5">
        <dgm:presLayoutVars>
          <dgm:bulletEnabled val="1"/>
        </dgm:presLayoutVars>
      </dgm:prSet>
      <dgm:spPr/>
    </dgm:pt>
    <dgm:pt modelId="{BDAA464B-05DE-164C-99F8-AA9AE18098D2}" type="pres">
      <dgm:prSet presAssocID="{F58211E8-23B4-4655-8727-3CC6EAE59A3C}" presName="FiveNodes_4" presStyleLbl="node1" presStyleIdx="3" presStyleCnt="5">
        <dgm:presLayoutVars>
          <dgm:bulletEnabled val="1"/>
        </dgm:presLayoutVars>
      </dgm:prSet>
      <dgm:spPr/>
    </dgm:pt>
    <dgm:pt modelId="{5C573861-F8B6-794B-8267-FA0C3EA57EAE}" type="pres">
      <dgm:prSet presAssocID="{F58211E8-23B4-4655-8727-3CC6EAE59A3C}" presName="FiveNodes_5" presStyleLbl="node1" presStyleIdx="4" presStyleCnt="5">
        <dgm:presLayoutVars>
          <dgm:bulletEnabled val="1"/>
        </dgm:presLayoutVars>
      </dgm:prSet>
      <dgm:spPr/>
    </dgm:pt>
    <dgm:pt modelId="{116CDDF8-DDD0-3C41-A14E-CA4A151D9E3F}" type="pres">
      <dgm:prSet presAssocID="{F58211E8-23B4-4655-8727-3CC6EAE59A3C}" presName="FiveConn_1-2" presStyleLbl="fgAccFollowNode1" presStyleIdx="0" presStyleCnt="4">
        <dgm:presLayoutVars>
          <dgm:bulletEnabled val="1"/>
        </dgm:presLayoutVars>
      </dgm:prSet>
      <dgm:spPr/>
    </dgm:pt>
    <dgm:pt modelId="{78712C74-5ACA-5643-93CF-465C589AF4A1}" type="pres">
      <dgm:prSet presAssocID="{F58211E8-23B4-4655-8727-3CC6EAE59A3C}" presName="FiveConn_2-3" presStyleLbl="fgAccFollowNode1" presStyleIdx="1" presStyleCnt="4">
        <dgm:presLayoutVars>
          <dgm:bulletEnabled val="1"/>
        </dgm:presLayoutVars>
      </dgm:prSet>
      <dgm:spPr/>
    </dgm:pt>
    <dgm:pt modelId="{93B8584F-7C1B-C341-A0E7-389FFD89C655}" type="pres">
      <dgm:prSet presAssocID="{F58211E8-23B4-4655-8727-3CC6EAE59A3C}" presName="FiveConn_3-4" presStyleLbl="fgAccFollowNode1" presStyleIdx="2" presStyleCnt="4">
        <dgm:presLayoutVars>
          <dgm:bulletEnabled val="1"/>
        </dgm:presLayoutVars>
      </dgm:prSet>
      <dgm:spPr/>
    </dgm:pt>
    <dgm:pt modelId="{B670479A-DBA7-B64F-B0D7-3B0365E304EB}" type="pres">
      <dgm:prSet presAssocID="{F58211E8-23B4-4655-8727-3CC6EAE59A3C}" presName="FiveConn_4-5" presStyleLbl="fgAccFollowNode1" presStyleIdx="3" presStyleCnt="4">
        <dgm:presLayoutVars>
          <dgm:bulletEnabled val="1"/>
        </dgm:presLayoutVars>
      </dgm:prSet>
      <dgm:spPr/>
    </dgm:pt>
    <dgm:pt modelId="{C44D133B-648A-7940-A8C3-BBFD28358735}" type="pres">
      <dgm:prSet presAssocID="{F58211E8-23B4-4655-8727-3CC6EAE59A3C}" presName="FiveNodes_1_text" presStyleLbl="node1" presStyleIdx="4" presStyleCnt="5">
        <dgm:presLayoutVars>
          <dgm:bulletEnabled val="1"/>
        </dgm:presLayoutVars>
      </dgm:prSet>
      <dgm:spPr/>
    </dgm:pt>
    <dgm:pt modelId="{9A107475-90F8-AA48-8F3B-1C03381E2A80}" type="pres">
      <dgm:prSet presAssocID="{F58211E8-23B4-4655-8727-3CC6EAE59A3C}" presName="FiveNodes_2_text" presStyleLbl="node1" presStyleIdx="4" presStyleCnt="5">
        <dgm:presLayoutVars>
          <dgm:bulletEnabled val="1"/>
        </dgm:presLayoutVars>
      </dgm:prSet>
      <dgm:spPr/>
    </dgm:pt>
    <dgm:pt modelId="{C8151C64-025B-8A4F-99C1-86AB760CF269}" type="pres">
      <dgm:prSet presAssocID="{F58211E8-23B4-4655-8727-3CC6EAE59A3C}" presName="FiveNodes_3_text" presStyleLbl="node1" presStyleIdx="4" presStyleCnt="5">
        <dgm:presLayoutVars>
          <dgm:bulletEnabled val="1"/>
        </dgm:presLayoutVars>
      </dgm:prSet>
      <dgm:spPr/>
    </dgm:pt>
    <dgm:pt modelId="{D47A99DA-B524-F24B-A967-4CE429FC3844}" type="pres">
      <dgm:prSet presAssocID="{F58211E8-23B4-4655-8727-3CC6EAE59A3C}" presName="FiveNodes_4_text" presStyleLbl="node1" presStyleIdx="4" presStyleCnt="5">
        <dgm:presLayoutVars>
          <dgm:bulletEnabled val="1"/>
        </dgm:presLayoutVars>
      </dgm:prSet>
      <dgm:spPr/>
    </dgm:pt>
    <dgm:pt modelId="{D6117803-AF6E-0648-9D68-C531F02267E5}" type="pres">
      <dgm:prSet presAssocID="{F58211E8-23B4-4655-8727-3CC6EAE59A3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4039FF07-4E80-EC4F-841C-99633957663C}" type="presOf" srcId="{F2500D33-6B64-40F0-AAC7-96E2A95B1763}" destId="{9A107475-90F8-AA48-8F3B-1C03381E2A80}" srcOrd="1" destOrd="0" presId="urn:microsoft.com/office/officeart/2005/8/layout/vProcess5"/>
    <dgm:cxn modelId="{BA582F09-B467-FB4A-B98D-BE52474586BA}" type="presOf" srcId="{C45B33FF-75C7-4B27-AA36-AC67A2EE4D09}" destId="{5C573861-F8B6-794B-8267-FA0C3EA57EAE}" srcOrd="0" destOrd="0" presId="urn:microsoft.com/office/officeart/2005/8/layout/vProcess5"/>
    <dgm:cxn modelId="{24946026-5720-884D-9417-005F5FCB8BA6}" type="presOf" srcId="{F8A1EDF1-EE95-4B89-8280-D2807979AEF1}" destId="{36CB8250-68BD-7944-95D9-5E48C9FB1745}" srcOrd="0" destOrd="0" presId="urn:microsoft.com/office/officeart/2005/8/layout/vProcess5"/>
    <dgm:cxn modelId="{9286652A-2C65-6247-9E1F-B034FDA3AE4C}" type="presOf" srcId="{F21D4B8D-4864-4F57-BF97-5CBCC217AE3C}" destId="{78712C74-5ACA-5643-93CF-465C589AF4A1}" srcOrd="0" destOrd="0" presId="urn:microsoft.com/office/officeart/2005/8/layout/vProcess5"/>
    <dgm:cxn modelId="{B60DD63E-2A16-5648-84B6-2204C3CA2070}" type="presOf" srcId="{A663304C-595E-405A-97DF-00F418287581}" destId="{93B8584F-7C1B-C341-A0E7-389FFD89C655}" srcOrd="0" destOrd="0" presId="urn:microsoft.com/office/officeart/2005/8/layout/vProcess5"/>
    <dgm:cxn modelId="{63E8EE4F-28C0-1540-8906-0FDA2ECF3C35}" type="presOf" srcId="{F2500D33-6B64-40F0-AAC7-96E2A95B1763}" destId="{A6411E78-A29B-7342-9AC7-9FE288B6EA39}" srcOrd="0" destOrd="0" presId="urn:microsoft.com/office/officeart/2005/8/layout/vProcess5"/>
    <dgm:cxn modelId="{3AC12F5E-B6F3-F24A-B180-F16E116E6DB4}" type="presOf" srcId="{C77C204F-DC53-498D-9546-9E7DF9A52910}" destId="{C8151C64-025B-8A4F-99C1-86AB760CF269}" srcOrd="1" destOrd="0" presId="urn:microsoft.com/office/officeart/2005/8/layout/vProcess5"/>
    <dgm:cxn modelId="{6F306E5E-86FF-4D4E-8227-A8DF34343AE7}" type="presOf" srcId="{F58211E8-23B4-4655-8727-3CC6EAE59A3C}" destId="{B4FAAD8A-FCF1-4547-A320-59A8AC2AA439}" srcOrd="0" destOrd="0" presId="urn:microsoft.com/office/officeart/2005/8/layout/vProcess5"/>
    <dgm:cxn modelId="{037E0E6C-FE54-4B94-AB7C-FF3A62BE0AD7}" srcId="{F58211E8-23B4-4655-8727-3CC6EAE59A3C}" destId="{F2500D33-6B64-40F0-AAC7-96E2A95B1763}" srcOrd="1" destOrd="0" parTransId="{8A3DC265-4277-4917-AB06-7676FAFFE4A2}" sibTransId="{F21D4B8D-4864-4F57-BF97-5CBCC217AE3C}"/>
    <dgm:cxn modelId="{B183226C-6A6D-9444-AFC1-ADB77C2FCE56}" type="presOf" srcId="{F8A1EDF1-EE95-4B89-8280-D2807979AEF1}" destId="{C44D133B-648A-7940-A8C3-BBFD28358735}" srcOrd="1" destOrd="0" presId="urn:microsoft.com/office/officeart/2005/8/layout/vProcess5"/>
    <dgm:cxn modelId="{D80CE473-F305-F640-88A9-D242F148B3E9}" type="presOf" srcId="{C45B33FF-75C7-4B27-AA36-AC67A2EE4D09}" destId="{D6117803-AF6E-0648-9D68-C531F02267E5}" srcOrd="1" destOrd="0" presId="urn:microsoft.com/office/officeart/2005/8/layout/vProcess5"/>
    <dgm:cxn modelId="{9CA0D37D-9705-6F4A-B7BB-6D7C79CBA0AE}" type="presOf" srcId="{96F720E1-F0C6-4ACE-9917-2BED3CD9189A}" destId="{D47A99DA-B524-F24B-A967-4CE429FC3844}" srcOrd="1" destOrd="0" presId="urn:microsoft.com/office/officeart/2005/8/layout/vProcess5"/>
    <dgm:cxn modelId="{190FD188-5DB7-4E63-B855-EF64B3107D11}" srcId="{F58211E8-23B4-4655-8727-3CC6EAE59A3C}" destId="{C77C204F-DC53-498D-9546-9E7DF9A52910}" srcOrd="2" destOrd="0" parTransId="{76EF32B2-02BC-4DBA-8C1A-7A2CCA9F3BA2}" sibTransId="{A663304C-595E-405A-97DF-00F418287581}"/>
    <dgm:cxn modelId="{EFF5A790-4BD2-624E-B938-44603450907F}" type="presOf" srcId="{C77C204F-DC53-498D-9546-9E7DF9A52910}" destId="{A8CABD1A-62B4-E94C-A8AD-AD9788F97E4F}" srcOrd="0" destOrd="0" presId="urn:microsoft.com/office/officeart/2005/8/layout/vProcess5"/>
    <dgm:cxn modelId="{79931994-7394-0A40-8DB5-0BB1FC4A3DA3}" type="presOf" srcId="{BF4A5E2E-B3C6-4F80-B7BD-FF9F66584EDD}" destId="{B670479A-DBA7-B64F-B0D7-3B0365E304EB}" srcOrd="0" destOrd="0" presId="urn:microsoft.com/office/officeart/2005/8/layout/vProcess5"/>
    <dgm:cxn modelId="{7FEF929B-479B-4C82-A77D-DAFA52917980}" srcId="{F58211E8-23B4-4655-8727-3CC6EAE59A3C}" destId="{C45B33FF-75C7-4B27-AA36-AC67A2EE4D09}" srcOrd="4" destOrd="0" parTransId="{D7F1CD30-F957-4145-B577-6A5B93499156}" sibTransId="{22A846FE-D2DB-4E8D-99E8-2565E40D5DB1}"/>
    <dgm:cxn modelId="{6B3CDDB7-1779-894D-AD18-1C10BBAF6867}" type="presOf" srcId="{AB8054E5-9DFE-43CC-BF93-619DCE822F25}" destId="{116CDDF8-DDD0-3C41-A14E-CA4A151D9E3F}" srcOrd="0" destOrd="0" presId="urn:microsoft.com/office/officeart/2005/8/layout/vProcess5"/>
    <dgm:cxn modelId="{DC6FA4D1-A2FB-9644-A41B-C4D3059C8927}" type="presOf" srcId="{96F720E1-F0C6-4ACE-9917-2BED3CD9189A}" destId="{BDAA464B-05DE-164C-99F8-AA9AE18098D2}" srcOrd="0" destOrd="0" presId="urn:microsoft.com/office/officeart/2005/8/layout/vProcess5"/>
    <dgm:cxn modelId="{437C9FD9-137D-466D-984F-482A160144D5}" srcId="{F58211E8-23B4-4655-8727-3CC6EAE59A3C}" destId="{F8A1EDF1-EE95-4B89-8280-D2807979AEF1}" srcOrd="0" destOrd="0" parTransId="{F616AFC1-9EF8-4624-AB77-71A44A910370}" sibTransId="{AB8054E5-9DFE-43CC-BF93-619DCE822F25}"/>
    <dgm:cxn modelId="{DD087DF5-7DB7-484D-9B83-D6DF751242ED}" srcId="{F58211E8-23B4-4655-8727-3CC6EAE59A3C}" destId="{96F720E1-F0C6-4ACE-9917-2BED3CD9189A}" srcOrd="3" destOrd="0" parTransId="{DF3A0350-127D-4469-A56A-266F9E20CE8E}" sibTransId="{BF4A5E2E-B3C6-4F80-B7BD-FF9F66584EDD}"/>
    <dgm:cxn modelId="{4E3062E5-F1BB-9E46-AF2A-A02D219D60BF}" type="presParOf" srcId="{B4FAAD8A-FCF1-4547-A320-59A8AC2AA439}" destId="{0E4D38EC-5824-964A-8299-78683A6080C3}" srcOrd="0" destOrd="0" presId="urn:microsoft.com/office/officeart/2005/8/layout/vProcess5"/>
    <dgm:cxn modelId="{78B43983-B70A-D040-8754-2991EC86B7B6}" type="presParOf" srcId="{B4FAAD8A-FCF1-4547-A320-59A8AC2AA439}" destId="{36CB8250-68BD-7944-95D9-5E48C9FB1745}" srcOrd="1" destOrd="0" presId="urn:microsoft.com/office/officeart/2005/8/layout/vProcess5"/>
    <dgm:cxn modelId="{A6D4EF7A-B261-F447-8261-F4984A53D891}" type="presParOf" srcId="{B4FAAD8A-FCF1-4547-A320-59A8AC2AA439}" destId="{A6411E78-A29B-7342-9AC7-9FE288B6EA39}" srcOrd="2" destOrd="0" presId="urn:microsoft.com/office/officeart/2005/8/layout/vProcess5"/>
    <dgm:cxn modelId="{355A3CC7-F1A2-074C-BA2D-3343E7A1B249}" type="presParOf" srcId="{B4FAAD8A-FCF1-4547-A320-59A8AC2AA439}" destId="{A8CABD1A-62B4-E94C-A8AD-AD9788F97E4F}" srcOrd="3" destOrd="0" presId="urn:microsoft.com/office/officeart/2005/8/layout/vProcess5"/>
    <dgm:cxn modelId="{A6EF67D5-F551-BC4A-B498-1889A5441A7B}" type="presParOf" srcId="{B4FAAD8A-FCF1-4547-A320-59A8AC2AA439}" destId="{BDAA464B-05DE-164C-99F8-AA9AE18098D2}" srcOrd="4" destOrd="0" presId="urn:microsoft.com/office/officeart/2005/8/layout/vProcess5"/>
    <dgm:cxn modelId="{541694A3-861E-3B48-B4A7-F9ED8A05F50A}" type="presParOf" srcId="{B4FAAD8A-FCF1-4547-A320-59A8AC2AA439}" destId="{5C573861-F8B6-794B-8267-FA0C3EA57EAE}" srcOrd="5" destOrd="0" presId="urn:microsoft.com/office/officeart/2005/8/layout/vProcess5"/>
    <dgm:cxn modelId="{678954DE-5A6A-B041-BB00-F94B32F92ECD}" type="presParOf" srcId="{B4FAAD8A-FCF1-4547-A320-59A8AC2AA439}" destId="{116CDDF8-DDD0-3C41-A14E-CA4A151D9E3F}" srcOrd="6" destOrd="0" presId="urn:microsoft.com/office/officeart/2005/8/layout/vProcess5"/>
    <dgm:cxn modelId="{6C3E7608-B273-2047-B004-49B866DCC887}" type="presParOf" srcId="{B4FAAD8A-FCF1-4547-A320-59A8AC2AA439}" destId="{78712C74-5ACA-5643-93CF-465C589AF4A1}" srcOrd="7" destOrd="0" presId="urn:microsoft.com/office/officeart/2005/8/layout/vProcess5"/>
    <dgm:cxn modelId="{B241013B-EDD2-5544-85B5-CEE9BCF88DF4}" type="presParOf" srcId="{B4FAAD8A-FCF1-4547-A320-59A8AC2AA439}" destId="{93B8584F-7C1B-C341-A0E7-389FFD89C655}" srcOrd="8" destOrd="0" presId="urn:microsoft.com/office/officeart/2005/8/layout/vProcess5"/>
    <dgm:cxn modelId="{F1BD1D4F-4F8C-744E-AD5C-ACF64836CEE7}" type="presParOf" srcId="{B4FAAD8A-FCF1-4547-A320-59A8AC2AA439}" destId="{B670479A-DBA7-B64F-B0D7-3B0365E304EB}" srcOrd="9" destOrd="0" presId="urn:microsoft.com/office/officeart/2005/8/layout/vProcess5"/>
    <dgm:cxn modelId="{C9CA897A-64D4-9441-BF04-CB31B63E6E3D}" type="presParOf" srcId="{B4FAAD8A-FCF1-4547-A320-59A8AC2AA439}" destId="{C44D133B-648A-7940-A8C3-BBFD28358735}" srcOrd="10" destOrd="0" presId="urn:microsoft.com/office/officeart/2005/8/layout/vProcess5"/>
    <dgm:cxn modelId="{ED4B1E22-4CF9-0941-8F51-B0D4C81FC4C9}" type="presParOf" srcId="{B4FAAD8A-FCF1-4547-A320-59A8AC2AA439}" destId="{9A107475-90F8-AA48-8F3B-1C03381E2A80}" srcOrd="11" destOrd="0" presId="urn:microsoft.com/office/officeart/2005/8/layout/vProcess5"/>
    <dgm:cxn modelId="{D2416C36-EBB4-6248-8BA1-5111A18B86A0}" type="presParOf" srcId="{B4FAAD8A-FCF1-4547-A320-59A8AC2AA439}" destId="{C8151C64-025B-8A4F-99C1-86AB760CF269}" srcOrd="12" destOrd="0" presId="urn:microsoft.com/office/officeart/2005/8/layout/vProcess5"/>
    <dgm:cxn modelId="{6009CD72-8966-CC44-8285-B97287B959DD}" type="presParOf" srcId="{B4FAAD8A-FCF1-4547-A320-59A8AC2AA439}" destId="{D47A99DA-B524-F24B-A967-4CE429FC3844}" srcOrd="13" destOrd="0" presId="urn:microsoft.com/office/officeart/2005/8/layout/vProcess5"/>
    <dgm:cxn modelId="{71D747D5-79E3-194D-BA46-D74873234196}" type="presParOf" srcId="{B4FAAD8A-FCF1-4547-A320-59A8AC2AA439}" destId="{D6117803-AF6E-0648-9D68-C531F02267E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05557-F28C-2C4C-B823-50C158E86390}">
      <dsp:nvSpPr>
        <dsp:cNvPr id="0" name=""/>
        <dsp:cNvSpPr/>
      </dsp:nvSpPr>
      <dsp:spPr>
        <a:xfrm>
          <a:off x="0" y="3785745"/>
          <a:ext cx="6144767" cy="12425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Why It Matters:</a:t>
          </a:r>
          <a:br>
            <a:rPr lang="en-US" sz="1700" kern="1200"/>
          </a:br>
          <a:r>
            <a:rPr lang="en-US" sz="1700" kern="1200"/>
            <a:t>Faster and more reliable license-plate detection allows authorities to prevent attacks, locate suspects quickly, and strengthen public safety.</a:t>
          </a:r>
        </a:p>
      </dsp:txBody>
      <dsp:txXfrm>
        <a:off x="0" y="3785745"/>
        <a:ext cx="6144767" cy="1242566"/>
      </dsp:txXfrm>
    </dsp:sp>
    <dsp:sp modelId="{372BCF25-81B1-3D46-ADD3-232541276AA3}">
      <dsp:nvSpPr>
        <dsp:cNvPr id="0" name=""/>
        <dsp:cNvSpPr/>
      </dsp:nvSpPr>
      <dsp:spPr>
        <a:xfrm rot="10800000">
          <a:off x="0" y="1893316"/>
          <a:ext cx="6144767" cy="1911066"/>
        </a:xfrm>
        <a:prstGeom prst="upArrowCallou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Who Cares:</a:t>
          </a:r>
          <a:endParaRPr lang="en-US" sz="1700" kern="1200"/>
        </a:p>
      </dsp:txBody>
      <dsp:txXfrm rot="-10800000">
        <a:off x="0" y="1893316"/>
        <a:ext cx="6144767" cy="670784"/>
      </dsp:txXfrm>
    </dsp:sp>
    <dsp:sp modelId="{CA372010-E422-D64C-88B8-1ECF1C329388}">
      <dsp:nvSpPr>
        <dsp:cNvPr id="0" name=""/>
        <dsp:cNvSpPr/>
      </dsp:nvSpPr>
      <dsp:spPr>
        <a:xfrm>
          <a:off x="3000" y="2564101"/>
          <a:ext cx="2046255" cy="5714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Law enforcement agencies</a:t>
          </a:r>
        </a:p>
      </dsp:txBody>
      <dsp:txXfrm>
        <a:off x="3000" y="2564101"/>
        <a:ext cx="2046255" cy="571408"/>
      </dsp:txXfrm>
    </dsp:sp>
    <dsp:sp modelId="{F38764A4-7D9E-C24E-B9DC-9F57B8A7C21F}">
      <dsp:nvSpPr>
        <dsp:cNvPr id="0" name=""/>
        <dsp:cNvSpPr/>
      </dsp:nvSpPr>
      <dsp:spPr>
        <a:xfrm>
          <a:off x="2049256" y="2564101"/>
          <a:ext cx="2046255" cy="571408"/>
        </a:xfrm>
        <a:prstGeom prst="rect">
          <a:avLst/>
        </a:prstGeom>
        <a:solidFill>
          <a:schemeClr val="accent2">
            <a:tint val="40000"/>
            <a:alpha val="90000"/>
            <a:hueOff val="-5523831"/>
            <a:satOff val="11959"/>
            <a:lumOff val="111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523831"/>
              <a:satOff val="11959"/>
              <a:lumOff val="11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Security and border control organizations</a:t>
          </a:r>
        </a:p>
      </dsp:txBody>
      <dsp:txXfrm>
        <a:off x="2049256" y="2564101"/>
        <a:ext cx="2046255" cy="571408"/>
      </dsp:txXfrm>
    </dsp:sp>
    <dsp:sp modelId="{14804F33-42E3-A440-A58A-0C15F6D3CEF6}">
      <dsp:nvSpPr>
        <dsp:cNvPr id="0" name=""/>
        <dsp:cNvSpPr/>
      </dsp:nvSpPr>
      <dsp:spPr>
        <a:xfrm>
          <a:off x="4095511" y="2564101"/>
          <a:ext cx="2046255" cy="571408"/>
        </a:xfrm>
        <a:prstGeom prst="rect">
          <a:avLst/>
        </a:prstGeom>
        <a:solidFill>
          <a:schemeClr val="accent2">
            <a:tint val="40000"/>
            <a:alpha val="90000"/>
            <a:hueOff val="-11047663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3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Smart city traffic management teams</a:t>
          </a:r>
        </a:p>
      </dsp:txBody>
      <dsp:txXfrm>
        <a:off x="4095511" y="2564101"/>
        <a:ext cx="2046255" cy="571408"/>
      </dsp:txXfrm>
    </dsp:sp>
    <dsp:sp modelId="{6F61FBA3-E230-F14A-81FE-299C5B5C20DA}">
      <dsp:nvSpPr>
        <dsp:cNvPr id="0" name=""/>
        <dsp:cNvSpPr/>
      </dsp:nvSpPr>
      <dsp:spPr>
        <a:xfrm rot="10800000">
          <a:off x="0" y="888"/>
          <a:ext cx="6144767" cy="1911066"/>
        </a:xfrm>
        <a:prstGeom prst="upArrowCallou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Real-World Issue:</a:t>
          </a:r>
          <a:br>
            <a:rPr lang="en-US" sz="1700" kern="1200"/>
          </a:br>
          <a:r>
            <a:rPr lang="en-US" sz="1700" kern="1200"/>
            <a:t>Law enforcement officers spend hours manually reviewing footage to identify vehicles linked to crimes or terror-related activities.</a:t>
          </a:r>
        </a:p>
      </dsp:txBody>
      <dsp:txXfrm rot="10800000">
        <a:off x="0" y="888"/>
        <a:ext cx="6144767" cy="12417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6D477-8032-CE49-935D-516FEA220651}">
      <dsp:nvSpPr>
        <dsp:cNvPr id="0" name=""/>
        <dsp:cNvSpPr/>
      </dsp:nvSpPr>
      <dsp:spPr>
        <a:xfrm>
          <a:off x="0" y="458325"/>
          <a:ext cx="6144767" cy="2170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902" tIns="541528" rIns="47690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Develop an </a:t>
          </a:r>
          <a:r>
            <a:rPr lang="en-US" sz="2600" b="1" kern="1200"/>
            <a:t>AI-based license-plate detection system</a:t>
          </a:r>
          <a:r>
            <a:rPr lang="en-US" sz="2600" kern="1200"/>
            <a:t> capable of identifying and localizing plates from images and videos.</a:t>
          </a:r>
        </a:p>
      </dsp:txBody>
      <dsp:txXfrm>
        <a:off x="0" y="458325"/>
        <a:ext cx="6144767" cy="2170349"/>
      </dsp:txXfrm>
    </dsp:sp>
    <dsp:sp modelId="{873A9A8A-5D97-9B44-8907-6114FBAC2B3C}">
      <dsp:nvSpPr>
        <dsp:cNvPr id="0" name=""/>
        <dsp:cNvSpPr/>
      </dsp:nvSpPr>
      <dsp:spPr>
        <a:xfrm>
          <a:off x="307238" y="74565"/>
          <a:ext cx="4301337" cy="767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Goal:</a:t>
          </a:r>
          <a:endParaRPr lang="en-US" sz="2600" kern="1200"/>
        </a:p>
      </dsp:txBody>
      <dsp:txXfrm>
        <a:off x="344705" y="112032"/>
        <a:ext cx="4226403" cy="692586"/>
      </dsp:txXfrm>
    </dsp:sp>
    <dsp:sp modelId="{F4374095-8705-0942-B013-2ABC9183D79C}">
      <dsp:nvSpPr>
        <dsp:cNvPr id="0" name=""/>
        <dsp:cNvSpPr/>
      </dsp:nvSpPr>
      <dsp:spPr>
        <a:xfrm>
          <a:off x="0" y="3152835"/>
          <a:ext cx="6144767" cy="1801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902" tIns="541528" rIns="47690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Camera → Image Input → YOLOv8 Model → Detected Plate → Output (Bounding Box / Cropped Plate)</a:t>
          </a:r>
        </a:p>
      </dsp:txBody>
      <dsp:txXfrm>
        <a:off x="0" y="3152835"/>
        <a:ext cx="6144767" cy="1801799"/>
      </dsp:txXfrm>
    </dsp:sp>
    <dsp:sp modelId="{E12A81FC-3D1E-BD49-B86A-BF836455E9A0}">
      <dsp:nvSpPr>
        <dsp:cNvPr id="0" name=""/>
        <dsp:cNvSpPr/>
      </dsp:nvSpPr>
      <dsp:spPr>
        <a:xfrm>
          <a:off x="307238" y="2769075"/>
          <a:ext cx="4301337" cy="76752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How It Works:</a:t>
          </a:r>
          <a:endParaRPr lang="en-US" sz="2600" kern="1200"/>
        </a:p>
      </dsp:txBody>
      <dsp:txXfrm>
        <a:off x="344705" y="2806542"/>
        <a:ext cx="4226403" cy="6925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D0340-BBF2-4A43-977C-83FA58F52DA6}">
      <dsp:nvSpPr>
        <dsp:cNvPr id="0" name=""/>
        <dsp:cNvSpPr/>
      </dsp:nvSpPr>
      <dsp:spPr>
        <a:xfrm>
          <a:off x="0" y="459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F7852D-93CA-4238-A215-86D24A6036C3}">
      <dsp:nvSpPr>
        <dsp:cNvPr id="0" name=""/>
        <dsp:cNvSpPr/>
      </dsp:nvSpPr>
      <dsp:spPr>
        <a:xfrm>
          <a:off x="325525" y="242586"/>
          <a:ext cx="591864" cy="591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35D1B-96F9-4023-A2A6-49BF74F49B3C}">
      <dsp:nvSpPr>
        <dsp:cNvPr id="0" name=""/>
        <dsp:cNvSpPr/>
      </dsp:nvSpPr>
      <dsp:spPr>
        <a:xfrm>
          <a:off x="1242914" y="459"/>
          <a:ext cx="5020056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Dataset Source:</a:t>
          </a:r>
          <a:endParaRPr lang="en-US" sz="2500" kern="1200"/>
        </a:p>
      </dsp:txBody>
      <dsp:txXfrm>
        <a:off x="1242914" y="459"/>
        <a:ext cx="5020056" cy="1076116"/>
      </dsp:txXfrm>
    </dsp:sp>
    <dsp:sp modelId="{D6E655CA-A5A7-4445-816D-3ACC79A97396}">
      <dsp:nvSpPr>
        <dsp:cNvPr id="0" name=""/>
        <dsp:cNvSpPr/>
      </dsp:nvSpPr>
      <dsp:spPr>
        <a:xfrm>
          <a:off x="6262970" y="459"/>
          <a:ext cx="4892709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Kaggle “License Plate Detection Dataset”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Supplement with web-scraped vehicle images for diversity</a:t>
          </a:r>
        </a:p>
      </dsp:txBody>
      <dsp:txXfrm>
        <a:off x="6262970" y="459"/>
        <a:ext cx="4892709" cy="1076116"/>
      </dsp:txXfrm>
    </dsp:sp>
    <dsp:sp modelId="{6597B107-64B7-4A4B-949E-083E645C9B11}">
      <dsp:nvSpPr>
        <dsp:cNvPr id="0" name=""/>
        <dsp:cNvSpPr/>
      </dsp:nvSpPr>
      <dsp:spPr>
        <a:xfrm>
          <a:off x="0" y="1345605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94D0C-0823-454B-B233-8A41890673B5}">
      <dsp:nvSpPr>
        <dsp:cNvPr id="0" name=""/>
        <dsp:cNvSpPr/>
      </dsp:nvSpPr>
      <dsp:spPr>
        <a:xfrm>
          <a:off x="325525" y="1587731"/>
          <a:ext cx="591864" cy="591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BEDBC-671B-41FE-B06A-6F58F03C3BBF}">
      <dsp:nvSpPr>
        <dsp:cNvPr id="0" name=""/>
        <dsp:cNvSpPr/>
      </dsp:nvSpPr>
      <dsp:spPr>
        <a:xfrm>
          <a:off x="1242914" y="1345605"/>
          <a:ext cx="5020056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Size &amp; Type:</a:t>
          </a:r>
          <a:endParaRPr lang="en-US" sz="2500" kern="1200"/>
        </a:p>
      </dsp:txBody>
      <dsp:txXfrm>
        <a:off x="1242914" y="1345605"/>
        <a:ext cx="5020056" cy="1076116"/>
      </dsp:txXfrm>
    </dsp:sp>
    <dsp:sp modelId="{B77BCC73-13E2-4386-9370-66554DB03CC4}">
      <dsp:nvSpPr>
        <dsp:cNvPr id="0" name=""/>
        <dsp:cNvSpPr/>
      </dsp:nvSpPr>
      <dsp:spPr>
        <a:xfrm>
          <a:off x="6262970" y="1345605"/>
          <a:ext cx="4892709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~500 images of vehicles (urban &amp; highway scenes)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YOLO-formatted labels with bounding boxes</a:t>
          </a:r>
        </a:p>
      </dsp:txBody>
      <dsp:txXfrm>
        <a:off x="6262970" y="1345605"/>
        <a:ext cx="4892709" cy="1076116"/>
      </dsp:txXfrm>
    </dsp:sp>
    <dsp:sp modelId="{AE035EB0-62C5-4943-B9D2-FA0CE5590B82}">
      <dsp:nvSpPr>
        <dsp:cNvPr id="0" name=""/>
        <dsp:cNvSpPr/>
      </dsp:nvSpPr>
      <dsp:spPr>
        <a:xfrm>
          <a:off x="0" y="2690751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99EC3-D0E6-4A4D-BC9B-BB8A93258DE4}">
      <dsp:nvSpPr>
        <dsp:cNvPr id="0" name=""/>
        <dsp:cNvSpPr/>
      </dsp:nvSpPr>
      <dsp:spPr>
        <a:xfrm>
          <a:off x="325525" y="2932877"/>
          <a:ext cx="591864" cy="591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6532F-E025-48D8-A40C-92416D42F8FF}">
      <dsp:nvSpPr>
        <dsp:cNvPr id="0" name=""/>
        <dsp:cNvSpPr/>
      </dsp:nvSpPr>
      <dsp:spPr>
        <a:xfrm>
          <a:off x="1242914" y="2690751"/>
          <a:ext cx="5020056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Preparation Steps:</a:t>
          </a:r>
          <a:endParaRPr lang="en-US" sz="2500" kern="1200"/>
        </a:p>
      </dsp:txBody>
      <dsp:txXfrm>
        <a:off x="1242914" y="2690751"/>
        <a:ext cx="5020056" cy="1076116"/>
      </dsp:txXfrm>
    </dsp:sp>
    <dsp:sp modelId="{4CD463BA-BF03-4942-ADBE-5112718E39AC}">
      <dsp:nvSpPr>
        <dsp:cNvPr id="0" name=""/>
        <dsp:cNvSpPr/>
      </dsp:nvSpPr>
      <dsp:spPr>
        <a:xfrm>
          <a:off x="6262970" y="2690751"/>
          <a:ext cx="4892709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Clean and resize images to 640×640 px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Augment dataset (rotation, brightness, blur) via Roboflow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Split into train / validation / test sets (70 / 20 / 10)</a:t>
          </a:r>
        </a:p>
      </dsp:txBody>
      <dsp:txXfrm>
        <a:off x="6262970" y="2690751"/>
        <a:ext cx="4892709" cy="10761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6EE55-D6FC-9A45-A14D-BD8DF316189C}">
      <dsp:nvSpPr>
        <dsp:cNvPr id="0" name=""/>
        <dsp:cNvSpPr/>
      </dsp:nvSpPr>
      <dsp:spPr>
        <a:xfrm>
          <a:off x="3569817" y="919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[Vehicle Image / Video Frame]</a:t>
          </a:r>
        </a:p>
      </dsp:txBody>
      <dsp:txXfrm>
        <a:off x="3585801" y="16903"/>
        <a:ext cx="3984076" cy="295465"/>
      </dsp:txXfrm>
    </dsp:sp>
    <dsp:sp modelId="{16DF28BF-ACF2-8145-BB74-C2AADF2B966C}">
      <dsp:nvSpPr>
        <dsp:cNvPr id="0" name=""/>
        <dsp:cNvSpPr/>
      </dsp:nvSpPr>
      <dsp:spPr>
        <a:xfrm>
          <a:off x="3569817" y="344725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↓</a:t>
          </a:r>
        </a:p>
      </dsp:txBody>
      <dsp:txXfrm>
        <a:off x="3585801" y="360709"/>
        <a:ext cx="3984076" cy="295465"/>
      </dsp:txXfrm>
    </dsp:sp>
    <dsp:sp modelId="{B29D0B94-671F-104D-9540-5280D8428358}">
      <dsp:nvSpPr>
        <dsp:cNvPr id="0" name=""/>
        <dsp:cNvSpPr/>
      </dsp:nvSpPr>
      <dsp:spPr>
        <a:xfrm>
          <a:off x="3569817" y="688530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[Preprocessing]</a:t>
          </a:r>
        </a:p>
      </dsp:txBody>
      <dsp:txXfrm>
        <a:off x="3585801" y="704514"/>
        <a:ext cx="3984076" cy="295465"/>
      </dsp:txXfrm>
    </dsp:sp>
    <dsp:sp modelId="{53CA579A-121B-3546-9622-2335C20ED17F}">
      <dsp:nvSpPr>
        <dsp:cNvPr id="0" name=""/>
        <dsp:cNvSpPr/>
      </dsp:nvSpPr>
      <dsp:spPr>
        <a:xfrm>
          <a:off x="3569817" y="1032336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(resize, normalize)</a:t>
          </a:r>
        </a:p>
      </dsp:txBody>
      <dsp:txXfrm>
        <a:off x="3585801" y="1048320"/>
        <a:ext cx="3984076" cy="295465"/>
      </dsp:txXfrm>
    </dsp:sp>
    <dsp:sp modelId="{D660E5FE-C2DF-C847-B00E-135C96017721}">
      <dsp:nvSpPr>
        <dsp:cNvPr id="0" name=""/>
        <dsp:cNvSpPr/>
      </dsp:nvSpPr>
      <dsp:spPr>
        <a:xfrm>
          <a:off x="3569817" y="1376141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↓</a:t>
          </a:r>
        </a:p>
      </dsp:txBody>
      <dsp:txXfrm>
        <a:off x="3585801" y="1392125"/>
        <a:ext cx="3984076" cy="295465"/>
      </dsp:txXfrm>
    </dsp:sp>
    <dsp:sp modelId="{05ADD82E-E854-4F41-A124-8343A54C9908}">
      <dsp:nvSpPr>
        <dsp:cNvPr id="0" name=""/>
        <dsp:cNvSpPr/>
      </dsp:nvSpPr>
      <dsp:spPr>
        <a:xfrm>
          <a:off x="3569817" y="1719947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[YOLOv8 Model]</a:t>
          </a:r>
        </a:p>
      </dsp:txBody>
      <dsp:txXfrm>
        <a:off x="3585801" y="1735931"/>
        <a:ext cx="3984076" cy="295465"/>
      </dsp:txXfrm>
    </dsp:sp>
    <dsp:sp modelId="{DA38409E-AC91-8E46-8260-14AF37995D0B}">
      <dsp:nvSpPr>
        <dsp:cNvPr id="0" name=""/>
        <dsp:cNvSpPr/>
      </dsp:nvSpPr>
      <dsp:spPr>
        <a:xfrm>
          <a:off x="3569817" y="2063752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(detect license plate)</a:t>
          </a:r>
        </a:p>
      </dsp:txBody>
      <dsp:txXfrm>
        <a:off x="3585801" y="2079736"/>
        <a:ext cx="3984076" cy="295465"/>
      </dsp:txXfrm>
    </dsp:sp>
    <dsp:sp modelId="{D8920BFB-5AE7-EF4C-B75B-D62E405D350B}">
      <dsp:nvSpPr>
        <dsp:cNvPr id="0" name=""/>
        <dsp:cNvSpPr/>
      </dsp:nvSpPr>
      <dsp:spPr>
        <a:xfrm>
          <a:off x="3569817" y="2407558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↓</a:t>
          </a:r>
        </a:p>
      </dsp:txBody>
      <dsp:txXfrm>
        <a:off x="3585801" y="2423542"/>
        <a:ext cx="3984076" cy="295465"/>
      </dsp:txXfrm>
    </dsp:sp>
    <dsp:sp modelId="{B585F568-4A0E-2E43-B7C5-7ADFAB1A6973}">
      <dsp:nvSpPr>
        <dsp:cNvPr id="0" name=""/>
        <dsp:cNvSpPr/>
      </dsp:nvSpPr>
      <dsp:spPr>
        <a:xfrm>
          <a:off x="3569817" y="2751363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[Bounding Box Coordinates]</a:t>
          </a:r>
        </a:p>
      </dsp:txBody>
      <dsp:txXfrm>
        <a:off x="3585801" y="2767347"/>
        <a:ext cx="3984076" cy="295465"/>
      </dsp:txXfrm>
    </dsp:sp>
    <dsp:sp modelId="{A32867BF-49CA-544F-868B-27555C1FE0E7}">
      <dsp:nvSpPr>
        <dsp:cNvPr id="0" name=""/>
        <dsp:cNvSpPr/>
      </dsp:nvSpPr>
      <dsp:spPr>
        <a:xfrm>
          <a:off x="3569817" y="3095168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↓</a:t>
          </a:r>
        </a:p>
      </dsp:txBody>
      <dsp:txXfrm>
        <a:off x="3585801" y="3111152"/>
        <a:ext cx="3984076" cy="295465"/>
      </dsp:txXfrm>
    </dsp:sp>
    <dsp:sp modelId="{7CA56371-61BD-7E4F-9EF7-118F931ECF23}">
      <dsp:nvSpPr>
        <dsp:cNvPr id="0" name=""/>
        <dsp:cNvSpPr/>
      </dsp:nvSpPr>
      <dsp:spPr>
        <a:xfrm>
          <a:off x="3569817" y="3438974"/>
          <a:ext cx="4016044" cy="32743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[Cropped Plate / Output Visualization]</a:t>
          </a:r>
        </a:p>
      </dsp:txBody>
      <dsp:txXfrm>
        <a:off x="3585801" y="3454958"/>
        <a:ext cx="3984076" cy="2954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B8250-68BD-7944-95D9-5E48C9FB1745}">
      <dsp:nvSpPr>
        <dsp:cNvPr id="0" name=""/>
        <dsp:cNvSpPr/>
      </dsp:nvSpPr>
      <dsp:spPr>
        <a:xfrm>
          <a:off x="0" y="0"/>
          <a:ext cx="4738512" cy="9661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Compute:</a:t>
          </a:r>
          <a:r>
            <a:rPr lang="en-US" sz="2000" kern="1200"/>
            <a:t> Google Colab (GPU T4 / A100)</a:t>
          </a:r>
        </a:p>
      </dsp:txBody>
      <dsp:txXfrm>
        <a:off x="28298" y="28298"/>
        <a:ext cx="3582914" cy="909559"/>
      </dsp:txXfrm>
    </dsp:sp>
    <dsp:sp modelId="{A6411E78-A29B-7342-9AC7-9FE288B6EA39}">
      <dsp:nvSpPr>
        <dsp:cNvPr id="0" name=""/>
        <dsp:cNvSpPr/>
      </dsp:nvSpPr>
      <dsp:spPr>
        <a:xfrm>
          <a:off x="353849" y="1100343"/>
          <a:ext cx="4738512" cy="966155"/>
        </a:xfrm>
        <a:prstGeom prst="roundRect">
          <a:avLst>
            <a:gd name="adj" fmla="val 10000"/>
          </a:avLst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Libraries:</a:t>
          </a:r>
          <a:r>
            <a:rPr lang="en-US" sz="2000" kern="1200" dirty="0"/>
            <a:t> TensorFlow, </a:t>
          </a:r>
          <a:r>
            <a:rPr lang="en-US" sz="2000" kern="1200" dirty="0" err="1"/>
            <a:t>Ultralytics</a:t>
          </a:r>
          <a:r>
            <a:rPr lang="en-US" sz="2000" kern="1200" dirty="0"/>
            <a:t>, OpenCV, Matplotlib</a:t>
          </a:r>
        </a:p>
      </dsp:txBody>
      <dsp:txXfrm>
        <a:off x="382147" y="1128641"/>
        <a:ext cx="3700065" cy="909559"/>
      </dsp:txXfrm>
    </dsp:sp>
    <dsp:sp modelId="{A8CABD1A-62B4-E94C-A8AD-AD9788F97E4F}">
      <dsp:nvSpPr>
        <dsp:cNvPr id="0" name=""/>
        <dsp:cNvSpPr/>
      </dsp:nvSpPr>
      <dsp:spPr>
        <a:xfrm>
          <a:off x="707699" y="2200686"/>
          <a:ext cx="4738512" cy="966155"/>
        </a:xfrm>
        <a:prstGeom prst="roundRect">
          <a:avLst>
            <a:gd name="adj" fmla="val 10000"/>
          </a:avLst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Data Tools:</a:t>
          </a:r>
          <a:r>
            <a:rPr lang="en-US" sz="2000" kern="1200"/>
            <a:t> Kaggle, Roboflow</a:t>
          </a:r>
        </a:p>
      </dsp:txBody>
      <dsp:txXfrm>
        <a:off x="735997" y="2228984"/>
        <a:ext cx="3700065" cy="909559"/>
      </dsp:txXfrm>
    </dsp:sp>
    <dsp:sp modelId="{BDAA464B-05DE-164C-99F8-AA9AE18098D2}">
      <dsp:nvSpPr>
        <dsp:cNvPr id="0" name=""/>
        <dsp:cNvSpPr/>
      </dsp:nvSpPr>
      <dsp:spPr>
        <a:xfrm>
          <a:off x="1061549" y="3301029"/>
          <a:ext cx="4738512" cy="966155"/>
        </a:xfrm>
        <a:prstGeom prst="roundRect">
          <a:avLst>
            <a:gd name="adj" fmla="val 10000"/>
          </a:avLst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Cost:</a:t>
          </a:r>
          <a:r>
            <a:rPr lang="en-US" sz="2000" kern="1200"/>
            <a:t> $0 (fully open-source)</a:t>
          </a:r>
        </a:p>
      </dsp:txBody>
      <dsp:txXfrm>
        <a:off x="1089847" y="3329327"/>
        <a:ext cx="3700065" cy="909559"/>
      </dsp:txXfrm>
    </dsp:sp>
    <dsp:sp modelId="{5C573861-F8B6-794B-8267-FA0C3EA57EAE}">
      <dsp:nvSpPr>
        <dsp:cNvPr id="0" name=""/>
        <dsp:cNvSpPr/>
      </dsp:nvSpPr>
      <dsp:spPr>
        <a:xfrm>
          <a:off x="1415399" y="4401372"/>
          <a:ext cx="4738512" cy="966155"/>
        </a:xfrm>
        <a:prstGeom prst="roundRect">
          <a:avLst>
            <a:gd name="adj" fmla="val 10000"/>
          </a:avLst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Estimated Training Time:</a:t>
          </a:r>
          <a:r>
            <a:rPr lang="en-US" sz="2000" kern="1200"/>
            <a:t> ~3 hours per epoch on Colab GPU</a:t>
          </a:r>
        </a:p>
      </dsp:txBody>
      <dsp:txXfrm>
        <a:off x="1443697" y="4429670"/>
        <a:ext cx="3700065" cy="909559"/>
      </dsp:txXfrm>
    </dsp:sp>
    <dsp:sp modelId="{116CDDF8-DDD0-3C41-A14E-CA4A151D9E3F}">
      <dsp:nvSpPr>
        <dsp:cNvPr id="0" name=""/>
        <dsp:cNvSpPr/>
      </dsp:nvSpPr>
      <dsp:spPr>
        <a:xfrm>
          <a:off x="4110511" y="705829"/>
          <a:ext cx="628000" cy="6280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251811" y="705829"/>
        <a:ext cx="345400" cy="472570"/>
      </dsp:txXfrm>
    </dsp:sp>
    <dsp:sp modelId="{78712C74-5ACA-5643-93CF-465C589AF4A1}">
      <dsp:nvSpPr>
        <dsp:cNvPr id="0" name=""/>
        <dsp:cNvSpPr/>
      </dsp:nvSpPr>
      <dsp:spPr>
        <a:xfrm>
          <a:off x="4464361" y="1806173"/>
          <a:ext cx="628000" cy="6280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682554"/>
            <a:satOff val="7973"/>
            <a:lumOff val="74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3682554"/>
              <a:satOff val="7973"/>
              <a:lumOff val="7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605661" y="1806173"/>
        <a:ext cx="345400" cy="472570"/>
      </dsp:txXfrm>
    </dsp:sp>
    <dsp:sp modelId="{93B8584F-7C1B-C341-A0E7-389FFD89C655}">
      <dsp:nvSpPr>
        <dsp:cNvPr id="0" name=""/>
        <dsp:cNvSpPr/>
      </dsp:nvSpPr>
      <dsp:spPr>
        <a:xfrm>
          <a:off x="4818211" y="2890413"/>
          <a:ext cx="628000" cy="6280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365109"/>
            <a:satOff val="15945"/>
            <a:lumOff val="148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7365109"/>
              <a:satOff val="15945"/>
              <a:lumOff val="14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959511" y="2890413"/>
        <a:ext cx="345400" cy="472570"/>
      </dsp:txXfrm>
    </dsp:sp>
    <dsp:sp modelId="{B670479A-DBA7-B64F-B0D7-3B0365E304EB}">
      <dsp:nvSpPr>
        <dsp:cNvPr id="0" name=""/>
        <dsp:cNvSpPr/>
      </dsp:nvSpPr>
      <dsp:spPr>
        <a:xfrm>
          <a:off x="5172061" y="4001492"/>
          <a:ext cx="628000" cy="6280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047663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3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313361" y="4001492"/>
        <a:ext cx="345400" cy="472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7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2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04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9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13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3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1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4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3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9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a2aEJMculwLyhtg0kpIgxojlu5RtDsIO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F1301-65C0-E110-4FAD-E9227527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30" b="12170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DE1C17-A7BB-4A82-360C-8695CAD6A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chemeClr val="bg1"/>
                </a:solidFill>
              </a:rPr>
              <a:t>AI-Powered License Plate Detection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CECF0-5045-3A7B-FD4F-1634FF56A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chemeClr val="bg1"/>
                </a:solidFill>
              </a:rPr>
              <a:t>Course:</a:t>
            </a:r>
            <a:r>
              <a:rPr lang="en-US" sz="1700" dirty="0">
                <a:solidFill>
                  <a:schemeClr val="bg1"/>
                </a:solidFill>
              </a:rPr>
              <a:t> ITAI 1378 – Computer Vision and AI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b="1" dirty="0">
                <a:solidFill>
                  <a:schemeClr val="bg1"/>
                </a:solidFill>
              </a:rPr>
              <a:t>Student: </a:t>
            </a:r>
            <a:r>
              <a:rPr lang="en-US" sz="1700" dirty="0">
                <a:solidFill>
                  <a:schemeClr val="bg1"/>
                </a:solidFill>
              </a:rPr>
              <a:t>Jeremy Okyere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b="1" dirty="0">
                <a:solidFill>
                  <a:schemeClr val="bg1"/>
                </a:solidFill>
              </a:rPr>
              <a:t>Tier: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b="1" dirty="0">
                <a:solidFill>
                  <a:schemeClr val="bg1"/>
                </a:solidFill>
              </a:rPr>
              <a:t>Tier 2 (Project with custom dataset and model fine-tuning)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337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80C0D-E9C8-6AE0-1D49-E874DCD9F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The Problem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1361EB-55F8-0B2A-BE59-A2979213C7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784080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8028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D913F-4B92-39F4-50F4-BB9D487A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Proposed Solution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141BA4-E9C0-C0C1-9D20-89FB25A24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636823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049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78E78-5735-EE31-5D4A-879486EF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Technical Approach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3D3430-F91E-CC60-E77E-867033522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829459"/>
              </p:ext>
            </p:extLst>
          </p:nvPr>
        </p:nvGraphicFramePr>
        <p:xfrm>
          <a:off x="4372213" y="556155"/>
          <a:ext cx="7311137" cy="5141710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2729062">
                  <a:extLst>
                    <a:ext uri="{9D8B030D-6E8A-4147-A177-3AD203B41FA5}">
                      <a16:colId xmlns:a16="http://schemas.microsoft.com/office/drawing/2014/main" val="1713161160"/>
                    </a:ext>
                  </a:extLst>
                </a:gridCol>
                <a:gridCol w="4582075">
                  <a:extLst>
                    <a:ext uri="{9D8B030D-6E8A-4147-A177-3AD203B41FA5}">
                      <a16:colId xmlns:a16="http://schemas.microsoft.com/office/drawing/2014/main" val="1083712932"/>
                    </a:ext>
                  </a:extLst>
                </a:gridCol>
              </a:tblGrid>
              <a:tr h="55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US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Details</a:t>
                      </a:r>
                      <a:endParaRPr lang="en-US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338897"/>
                  </a:ext>
                </a:extLst>
              </a:tr>
              <a:tr h="55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CV Technique</a:t>
                      </a:r>
                      <a:endParaRPr lang="en-US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Object Detection</a:t>
                      </a: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06808"/>
                  </a:ext>
                </a:extLst>
              </a:tr>
              <a:tr h="55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YOLOv8 (SOTA real-time detector)</a:t>
                      </a: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15603"/>
                  </a:ext>
                </a:extLst>
              </a:tr>
              <a:tr h="550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Framework</a:t>
                      </a:r>
                      <a:endParaRPr lang="en-US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TensorFlow + </a:t>
                      </a:r>
                      <a:r>
                        <a:rPr lang="en-US" sz="2100" cap="none" spc="0" dirty="0" err="1">
                          <a:solidFill>
                            <a:schemeClr val="tx1"/>
                          </a:solidFill>
                        </a:rPr>
                        <a:t>Ultralytics</a:t>
                      </a:r>
                      <a:endParaRPr lang="en-US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235367"/>
                  </a:ext>
                </a:extLst>
              </a:tr>
              <a:tr h="1193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Why YOLOv8?</a:t>
                      </a:r>
                      <a:endParaRPr lang="en-US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Combines speed and accuracy — ideal for real-time surveillance and mobile deployment</a:t>
                      </a: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220340"/>
                  </a:ext>
                </a:extLst>
              </a:tr>
              <a:tr h="872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Development Env.</a:t>
                      </a:r>
                      <a:endParaRPr lang="en-US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Google Colab + Python 3.10 + OpenCV + Matplotlib</a:t>
                      </a: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27453"/>
                  </a:ext>
                </a:extLst>
              </a:tr>
              <a:tr h="872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Colab Link</a:t>
                      </a: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https://colab.research.google.com/drive/1a2aEJMculwLyhtg0kpIgxojlu5RtDsIO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0603" marR="120603" marT="60301" marB="1206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43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37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3756-E683-2487-093A-01D6E5E0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Plan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8F95BD9-D5F0-9F66-C2A8-2B9C50EDF4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29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0C13-8DE1-D44E-63F4-CF096F75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7545A1-E02B-8F93-2470-E645E60758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553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C3397-01F9-FC76-3555-2D9F9EFB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Success Metrics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042DFA-249F-66CB-74FA-E8C43BF76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798652"/>
              </p:ext>
            </p:extLst>
          </p:nvPr>
        </p:nvGraphicFramePr>
        <p:xfrm>
          <a:off x="4337595" y="1796769"/>
          <a:ext cx="7333489" cy="3364047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052755">
                  <a:extLst>
                    <a:ext uri="{9D8B030D-6E8A-4147-A177-3AD203B41FA5}">
                      <a16:colId xmlns:a16="http://schemas.microsoft.com/office/drawing/2014/main" val="2595551119"/>
                    </a:ext>
                  </a:extLst>
                </a:gridCol>
                <a:gridCol w="2026534">
                  <a:extLst>
                    <a:ext uri="{9D8B030D-6E8A-4147-A177-3AD203B41FA5}">
                      <a16:colId xmlns:a16="http://schemas.microsoft.com/office/drawing/2014/main" val="594893506"/>
                    </a:ext>
                  </a:extLst>
                </a:gridCol>
                <a:gridCol w="3254200">
                  <a:extLst>
                    <a:ext uri="{9D8B030D-6E8A-4147-A177-3AD203B41FA5}">
                      <a16:colId xmlns:a16="http://schemas.microsoft.com/office/drawing/2014/main" val="3180599215"/>
                    </a:ext>
                  </a:extLst>
                </a:gridCol>
              </a:tblGrid>
              <a:tr h="562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Metric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320348"/>
                  </a:ext>
                </a:extLst>
              </a:tr>
              <a:tr h="562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mAP@0.5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≥ 90 %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Measure detection accuracy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809670"/>
                  </a:ext>
                </a:extLst>
              </a:tr>
              <a:tr h="562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FPS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≥ 20 frames/sec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Ensure real-time processing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38952"/>
                  </a:ext>
                </a:extLst>
              </a:tr>
              <a:tr h="837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False Positives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≤ 5 %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Maintain reliability in diverse lighting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364865"/>
                  </a:ext>
                </a:extLst>
              </a:tr>
              <a:tr h="8375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bg1"/>
                          </a:solidFill>
                        </a:rPr>
                        <a:t>Latency</a:t>
                      </a:r>
                      <a:endParaRPr lang="en-US" sz="1800" cap="none" spc="0">
                        <a:solidFill>
                          <a:schemeClr val="bg1"/>
                        </a:solidFill>
                      </a:endParaRPr>
                    </a:p>
                  </a:txBody>
                  <a:tcPr marL="96116" marR="137308" marT="27462" marB="20596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≤ 1 s/image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</a:rPr>
                        <a:t>Guarantee fast response for video feeds</a:t>
                      </a:r>
                    </a:p>
                  </a:txBody>
                  <a:tcPr marL="96116" marR="137308" marT="27462" marB="2059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170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134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2998B3-B7DD-94B7-11A6-BD893320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841283"/>
            <a:ext cx="3465681" cy="29164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Week-by-Week Plan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543FDC-506C-D6C5-759B-25222AC58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97870"/>
              </p:ext>
            </p:extLst>
          </p:nvPr>
        </p:nvGraphicFramePr>
        <p:xfrm>
          <a:off x="4362996" y="1174237"/>
          <a:ext cx="7311137" cy="4408384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</a:tblPr>
              <a:tblGrid>
                <a:gridCol w="1397645">
                  <a:extLst>
                    <a:ext uri="{9D8B030D-6E8A-4147-A177-3AD203B41FA5}">
                      <a16:colId xmlns:a16="http://schemas.microsoft.com/office/drawing/2014/main" val="2455487934"/>
                    </a:ext>
                  </a:extLst>
                </a:gridCol>
                <a:gridCol w="3672098">
                  <a:extLst>
                    <a:ext uri="{9D8B030D-6E8A-4147-A177-3AD203B41FA5}">
                      <a16:colId xmlns:a16="http://schemas.microsoft.com/office/drawing/2014/main" val="3284931561"/>
                    </a:ext>
                  </a:extLst>
                </a:gridCol>
                <a:gridCol w="2241394">
                  <a:extLst>
                    <a:ext uri="{9D8B030D-6E8A-4147-A177-3AD203B41FA5}">
                      <a16:colId xmlns:a16="http://schemas.microsoft.com/office/drawing/2014/main" val="357476824"/>
                    </a:ext>
                  </a:extLst>
                </a:gridCol>
              </a:tblGrid>
              <a:tr h="588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Week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010333"/>
                  </a:ext>
                </a:extLst>
              </a:tr>
              <a:tr h="588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Week 10</a:t>
                      </a: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Gather dataset, set up Colab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Dataset ready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36756"/>
                  </a:ext>
                </a:extLst>
              </a:tr>
              <a:tr h="588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Week 11</a:t>
                      </a: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Train YOLOv8 model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Model initialized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9529"/>
                  </a:ext>
                </a:extLst>
              </a:tr>
              <a:tr h="588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Week 12</a:t>
                      </a: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Evaluate and tune parameters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Accuracy &gt;85%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952877"/>
                  </a:ext>
                </a:extLst>
              </a:tr>
              <a:tr h="878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Week 13</a:t>
                      </a: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Integrate into demo app (</a:t>
                      </a:r>
                      <a:r>
                        <a:rPr lang="en-US" sz="1900" cap="none" spc="0" dirty="0" err="1">
                          <a:solidFill>
                            <a:schemeClr val="tx1"/>
                          </a:solidFill>
                        </a:rPr>
                        <a:t>streamlit</a:t>
                      </a: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 or video)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Demo functional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759331"/>
                  </a:ext>
                </a:extLst>
              </a:tr>
              <a:tr h="588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Week 14</a:t>
                      </a: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Final testing and polish slides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Model finalized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84607"/>
                  </a:ext>
                </a:extLst>
              </a:tr>
              <a:tr h="588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Week 15</a:t>
                      </a:r>
                    </a:p>
                  </a:txBody>
                  <a:tcPr marL="161585" marR="124296" marT="124296" marB="124296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Present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 dirty="0">
                          <a:solidFill>
                            <a:schemeClr val="tx1"/>
                          </a:solidFill>
                        </a:rPr>
                        <a:t>Project complete</a:t>
                      </a:r>
                    </a:p>
                  </a:txBody>
                  <a:tcPr marL="161585" marR="124296" marT="124296" marB="124296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455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67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EBB13-472A-574B-5D20-9AF9DEDB6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Challenges &amp; Backup Plans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CA4D9B-EA94-9865-725E-197F8EF489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8356647"/>
              </p:ext>
            </p:extLst>
          </p:nvPr>
        </p:nvGraphicFramePr>
        <p:xfrm>
          <a:off x="4119154" y="1787985"/>
          <a:ext cx="7551932" cy="3735781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661438">
                  <a:extLst>
                    <a:ext uri="{9D8B030D-6E8A-4147-A177-3AD203B41FA5}">
                      <a16:colId xmlns:a16="http://schemas.microsoft.com/office/drawing/2014/main" val="3432819173"/>
                    </a:ext>
                  </a:extLst>
                </a:gridCol>
                <a:gridCol w="2017104">
                  <a:extLst>
                    <a:ext uri="{9D8B030D-6E8A-4147-A177-3AD203B41FA5}">
                      <a16:colId xmlns:a16="http://schemas.microsoft.com/office/drawing/2014/main" val="2266216382"/>
                    </a:ext>
                  </a:extLst>
                </a:gridCol>
                <a:gridCol w="2873390">
                  <a:extLst>
                    <a:ext uri="{9D8B030D-6E8A-4147-A177-3AD203B41FA5}">
                      <a16:colId xmlns:a16="http://schemas.microsoft.com/office/drawing/2014/main" val="2286850993"/>
                    </a:ext>
                  </a:extLst>
                </a:gridCol>
              </a:tblGrid>
              <a:tr h="577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Challenge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Impact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cap="none" spc="0">
                          <a:solidFill>
                            <a:schemeClr val="tx1"/>
                          </a:solidFill>
                        </a:rPr>
                        <a:t>Mitigation Plan</a:t>
                      </a:r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000024"/>
                  </a:ext>
                </a:extLst>
              </a:tr>
              <a:tr h="1147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Limited data diversity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Lower accuracy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Use Roboflow augmentation / collect web data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734992"/>
                  </a:ext>
                </a:extLst>
              </a:tr>
              <a:tr h="86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GPU limitations on Colab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Slower training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Use Kaggle Notebook / Heidi server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866526"/>
                  </a:ext>
                </a:extLst>
              </a:tr>
              <a:tr h="1147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Low performance in night scenes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Reduced recall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Add low-light images / adjust brightness in training</a:t>
                      </a:r>
                    </a:p>
                  </a:txBody>
                  <a:tcPr marL="158710" marR="122084" marT="122084" marB="1220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583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2460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162DA-1C90-99DD-7217-5F8B9942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Resources Needed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07ED19F-DA76-2414-6DC4-B49043465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202229"/>
              </p:ext>
            </p:extLst>
          </p:nvPr>
        </p:nvGraphicFramePr>
        <p:xfrm>
          <a:off x="5532120" y="978408"/>
          <a:ext cx="6153912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408898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519</Words>
  <Application>Microsoft Macintosh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Neue Haas Grotesk Text Pro</vt:lpstr>
      <vt:lpstr>GestaltVTI</vt:lpstr>
      <vt:lpstr>AI-Powered License Plate Detection System</vt:lpstr>
      <vt:lpstr>The Problem</vt:lpstr>
      <vt:lpstr>Proposed Solution</vt:lpstr>
      <vt:lpstr>Technical Approach</vt:lpstr>
      <vt:lpstr>Data Plan</vt:lpstr>
      <vt:lpstr>System Architecture</vt:lpstr>
      <vt:lpstr>Success Metrics</vt:lpstr>
      <vt:lpstr>Week-by-Week Plan</vt:lpstr>
      <vt:lpstr>Challenges &amp; Backup Plans</vt:lpstr>
      <vt:lpstr>Resources Needed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Eminov, Emil</dc:creator>
  <cp:lastModifiedBy>Eminov, Emil</cp:lastModifiedBy>
  <cp:revision>6</cp:revision>
  <dcterms:created xsi:type="dcterms:W3CDTF">2025-10-31T03:12:31Z</dcterms:created>
  <dcterms:modified xsi:type="dcterms:W3CDTF">2025-10-31T04:09:08Z</dcterms:modified>
</cp:coreProperties>
</file>